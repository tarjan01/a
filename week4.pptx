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00" r:id="rId2"/>
    <p:sldId id="3107" r:id="rId3"/>
    <p:sldId id="3101" r:id="rId4"/>
    <p:sldId id="3105" r:id="rId5"/>
    <p:sldId id="3098" r:id="rId6"/>
    <p:sldId id="3109" r:id="rId7"/>
    <p:sldId id="310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BA4"/>
    <a:srgbClr val="AFABAB"/>
    <a:srgbClr val="0F3DC5"/>
    <a:srgbClr val="2BA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6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F8055-27CA-4C55-BC23-F9359CE3244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91625-B960-4FA4-9643-9A008D8F6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1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4C1D0-060E-4FCC-91A6-7476A46993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9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40E4-2694-C5CB-99B2-01FB6DBD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3E2F94-6927-38F7-5FD3-9924CF300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19FEA5-611C-BBB7-1483-317502526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8490C3-A572-12B7-8013-FBDD36B8C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354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13DD-5C8A-3396-BF9F-0D832D1F7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DC7B8A-58C6-35E8-0CF1-BCEC7EAAD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E80AA6-DFB2-FD99-5326-179F62F55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6C3225-E067-F398-A280-8543A6F64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915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646AE-1308-FFE3-D2F7-25A023F8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61B1EF-256E-8F04-6A73-02F06CCEB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402F1E-9C68-AF1D-EC59-CE522F10A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ResNet50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A743D1-AA60-AA84-E3BA-B25F29090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F3D03-C099-469B-AF9F-449D0A9663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83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04E95-C28C-4865-8BFF-E15BC7F29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3BA2C4-6A62-465D-9859-A6EC58CCD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7E042-E9C0-47C6-8F72-5A6E31E1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42068-7729-4131-9349-2C9AA98E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08A23-9958-47FB-9DA6-A7D6A7EA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56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44F6A-BEA3-4829-BA87-1D170340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3E72B-5CFE-4679-8D93-CB917912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28390-902E-46D6-AAD1-5CAC6F4C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89B6D-FF2D-4CF2-B3C7-D4A589C5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F298F-6A75-4555-8309-0DA77122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29C4-4BC7-4D1C-923F-9496B94E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8698E6-0411-4214-8D94-B0A1E13D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41289-4692-437C-B93E-BEDAD521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6CAEC-6441-46A7-8BEC-EDD2814B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D5173-EC3B-4CA4-9E3D-84194D85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FCE84-631B-4382-B4C9-8A1C21E7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D18C5-ABDC-4A53-81D5-A8D5D8895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D59A7-28E3-435E-A74B-D01ACC655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7DBAE-24BD-44C9-AF96-BD2D6C57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615034-129A-49B6-86F3-AEAF5A46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8710F-8D44-4ABA-8573-2452F1B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0188A-D700-409D-BE1F-2F2B0D9B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7473A-D404-4C74-B566-6E38034F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3395-3FFA-4870-AC3C-44F08215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27D04B-C346-41D1-8FEC-A80AA34B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C4B6FE-EDA7-40B1-8441-34577FC4D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B0929-77AA-49CB-AB9B-CEF9BA5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192131-6D11-451C-A87D-BA5C5F38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3B0548-3F2D-4EB1-BE3D-B4889DC7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8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F6A9F-3B52-4E20-ABF1-A02C896E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B5F133-9790-4C0C-BDE4-1AA814DD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6C979-3EBC-4160-89D7-5AEFA5AF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59250C-276B-4000-B679-F2821DEC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519CF-2247-47FB-A4F0-5E137898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39F0A5-6FFF-48A8-8511-7FE17C3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85EE3-245C-49B5-8F8C-E61B2832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FE5AB-235B-49F2-8C30-96987517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31D7B-CBDB-4E74-8461-91339A36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B9F42-3D3E-4977-9E31-C7E5A168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BB7CFA-C294-46B1-9CCF-5684E60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3A9A8-FCD2-4C2E-91BC-DBCD14C2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26A166-5F0F-47E9-BFEF-35A17051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8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94A1B-284C-4868-B171-E77F60CD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D66C86-0CF8-4E32-A933-A5035CD4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85A24-38B6-4C17-8CE3-D42EA32DD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5A0FC-ABA1-425E-9952-DA52635C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8AE56-F084-493B-AD86-53074AD5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D1D20-B66A-408C-98AC-6CB497C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90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DD0E2-89AE-4F91-95C6-B328E86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A87FD-6B6E-4100-99A0-5B9E53CB6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9A51A-B308-4DE3-BCF1-FC48B88D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CF7F4-023D-4E0C-BBCC-409FD85E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7EE98-D94A-480D-AEF0-60916E0D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736A6-5D5C-46C2-BD7E-BED0C2D39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5939D8-8B3D-4C32-B97B-D5A4A549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D972E-0DA1-486D-B54F-00A9E287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BDFB6-AE3A-4D21-8A49-2126353C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92135-B275-4FAE-9A81-DB66A975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1EB71-47C6-4326-A2C3-D98D6A21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579BF-3838-432C-B48C-A982AACF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BF249-5457-4BEA-B28C-BDE19428D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19342-6EA6-4BFE-A3B1-9B26DAB6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57B64-A415-41D7-8C58-F2D64A53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0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188F525-2E6B-47CA-9C01-06E865ED87C3}"/>
              </a:ext>
            </a:extLst>
          </p:cNvPr>
          <p:cNvSpPr/>
          <p:nvPr/>
        </p:nvSpPr>
        <p:spPr>
          <a:xfrm>
            <a:off x="0" y="1"/>
            <a:ext cx="12192000" cy="6887980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41F30F-EAFE-4510-9017-E617922BC134}"/>
              </a:ext>
            </a:extLst>
          </p:cNvPr>
          <p:cNvSpPr/>
          <p:nvPr/>
        </p:nvSpPr>
        <p:spPr>
          <a:xfrm>
            <a:off x="0" y="1409826"/>
            <a:ext cx="12192000" cy="4499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57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7FFEEA-9F85-408F-A4B4-25BB52A56DD1}"/>
              </a:ext>
            </a:extLst>
          </p:cNvPr>
          <p:cNvSpPr txBox="1"/>
          <p:nvPr/>
        </p:nvSpPr>
        <p:spPr>
          <a:xfrm>
            <a:off x="459695" y="1745706"/>
            <a:ext cx="11482466" cy="2515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飞虎队课题：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AIGC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生成的人物异常检测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week4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985B56C-740E-4BB9-917F-013EAA8474B7}"/>
              </a:ext>
            </a:extLst>
          </p:cNvPr>
          <p:cNvGrpSpPr/>
          <p:nvPr/>
        </p:nvGrpSpPr>
        <p:grpSpPr>
          <a:xfrm>
            <a:off x="8859189" y="146088"/>
            <a:ext cx="2930983" cy="1063161"/>
            <a:chOff x="4285093" y="-6242"/>
            <a:chExt cx="3795135" cy="137661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829C4A2-989C-49C5-8FA9-52CE7290E71E}"/>
                </a:ext>
              </a:extLst>
            </p:cNvPr>
            <p:cNvGrpSpPr/>
            <p:nvPr/>
          </p:nvGrpSpPr>
          <p:grpSpPr>
            <a:xfrm>
              <a:off x="4285093" y="-6242"/>
              <a:ext cx="3795135" cy="1376619"/>
              <a:chOff x="6597847" y="960547"/>
              <a:chExt cx="4882683" cy="1771112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CFF3C992-06B7-45C2-B675-3CD9DEBA3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97847" y="960547"/>
                <a:ext cx="1771106" cy="1771112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9C87AC23-9356-4893-BA22-93B73D6302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06891" y="1004505"/>
                <a:ext cx="3073639" cy="1271931"/>
              </a:xfrm>
              <a:prstGeom prst="rect">
                <a:avLst/>
              </a:prstGeom>
            </p:spPr>
          </p:pic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2EE5DB9-DFBD-49B4-848B-2299EA7DBA92}"/>
                </a:ext>
              </a:extLst>
            </p:cNvPr>
            <p:cNvSpPr/>
            <p:nvPr/>
          </p:nvSpPr>
          <p:spPr>
            <a:xfrm>
              <a:off x="5763722" y="1032708"/>
              <a:ext cx="2189819" cy="31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schemeClr val="bg1"/>
                  </a:solidFill>
                  <a:latin typeface="Calibri"/>
                  <a:ea typeface="宋体" panose="02010600030101010101" pitchFamily="2" charset="-122"/>
                </a:rPr>
                <a:t>FUDAN UNIVERSITY</a:t>
              </a: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19BC50C-2F63-482E-BB46-0DF7BB7C3E59}"/>
              </a:ext>
            </a:extLst>
          </p:cNvPr>
          <p:cNvSpPr/>
          <p:nvPr/>
        </p:nvSpPr>
        <p:spPr>
          <a:xfrm>
            <a:off x="7879518" y="4718772"/>
            <a:ext cx="2849597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2026-1-13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C223F0-7CE8-41E5-9B50-26980E3A79E2}"/>
              </a:ext>
            </a:extLst>
          </p:cNvPr>
          <p:cNvGrpSpPr/>
          <p:nvPr/>
        </p:nvGrpSpPr>
        <p:grpSpPr>
          <a:xfrm>
            <a:off x="1672740" y="4518194"/>
            <a:ext cx="9056375" cy="112418"/>
            <a:chOff x="2958650" y="4529138"/>
            <a:chExt cx="6390970" cy="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D34CB00-7CBF-41FF-812C-D972CE5ED13F}"/>
                </a:ext>
              </a:extLst>
            </p:cNvPr>
            <p:cNvCxnSpPr>
              <a:cxnSpLocks/>
            </p:cNvCxnSpPr>
            <p:nvPr/>
          </p:nvCxnSpPr>
          <p:spPr>
            <a:xfrm>
              <a:off x="6475751" y="4529138"/>
              <a:ext cx="2873869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104BA4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2E22B22-2629-4A30-BF1A-0F9C6F37004E}"/>
                </a:ext>
              </a:extLst>
            </p:cNvPr>
            <p:cNvCxnSpPr>
              <a:cxnSpLocks/>
            </p:cNvCxnSpPr>
            <p:nvPr/>
          </p:nvCxnSpPr>
          <p:spPr>
            <a:xfrm>
              <a:off x="2958650" y="4529138"/>
              <a:ext cx="3681993" cy="0"/>
            </a:xfrm>
            <a:prstGeom prst="line">
              <a:avLst/>
            </a:prstGeom>
            <a:ln w="25400">
              <a:gradFill flip="none" rotWithShape="1">
                <a:gsLst>
                  <a:gs pos="96000">
                    <a:srgbClr val="104BA4"/>
                  </a:gs>
                  <a:gs pos="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1A400646-BDFB-4DBA-9781-0B7716B0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703" y="6271460"/>
            <a:ext cx="3760842" cy="50232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0286C27B-57AF-A426-E832-D8932C07074F}"/>
              </a:ext>
            </a:extLst>
          </p:cNvPr>
          <p:cNvSpPr/>
          <p:nvPr/>
        </p:nvSpPr>
        <p:spPr>
          <a:xfrm>
            <a:off x="1287624" y="4718772"/>
            <a:ext cx="3378743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汇报人：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刘皓蓝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E833E4-E11E-F40F-D8F0-534803E38411}"/>
              </a:ext>
            </a:extLst>
          </p:cNvPr>
          <p:cNvSpPr/>
          <p:nvPr/>
        </p:nvSpPr>
        <p:spPr>
          <a:xfrm>
            <a:off x="4821229" y="4718772"/>
            <a:ext cx="2849595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指导老师：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孙未未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51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0B8DAE-8C0D-E3CD-650A-7B1BAD99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2395528-CFC3-08C9-D6FC-5F7177C87C9C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E4C4F2-09CC-9CAD-9734-4EB070A2E6E5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8309F7-AF86-FCFB-110D-247F89CDCF2A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骨架注入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F8C9AE4-0365-9AAE-68E2-51A7EA992C34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C634659-36F6-99C4-FD79-5A3BD2EA2671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2FB86E78-213C-1A03-4B1F-EA89A23F7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A1B27A4-A529-77D7-7E98-1196E414A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4D2A329-45B6-20FF-38C0-D212CD22628D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00C55D8A-6391-8E30-1148-965A6EFCBD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969" y="6389511"/>
            <a:ext cx="2752953" cy="367706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F54F4FCD-6F1C-D514-27EB-5FDF8417ECF8}"/>
              </a:ext>
            </a:extLst>
          </p:cNvPr>
          <p:cNvSpPr txBox="1">
            <a:spLocks/>
          </p:cNvSpPr>
          <p:nvPr/>
        </p:nvSpPr>
        <p:spPr>
          <a:xfrm>
            <a:off x="8944941" y="6530228"/>
            <a:ext cx="2751759" cy="356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2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4C24BC0E-D5FA-5C39-08B8-FE1508CDC049}"/>
              </a:ext>
            </a:extLst>
          </p:cNvPr>
          <p:cNvSpPr txBox="1"/>
          <p:nvPr/>
        </p:nvSpPr>
        <p:spPr bwMode="auto">
          <a:xfrm>
            <a:off x="6443897" y="3500329"/>
            <a:ext cx="2013394" cy="35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50A36D-1F0B-1C07-10AF-6227CAEA5B00}"/>
              </a:ext>
            </a:extLst>
          </p:cNvPr>
          <p:cNvSpPr txBox="1"/>
          <p:nvPr/>
        </p:nvSpPr>
        <p:spPr>
          <a:xfrm>
            <a:off x="26080" y="3937849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D53B15-551F-FD87-F01B-85CA9104123E}"/>
              </a:ext>
            </a:extLst>
          </p:cNvPr>
          <p:cNvSpPr txBox="1"/>
          <p:nvPr/>
        </p:nvSpPr>
        <p:spPr>
          <a:xfrm>
            <a:off x="26969" y="4245626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95D52C53-807F-4BE6-5C11-9E47922E8BE0}"/>
              </a:ext>
            </a:extLst>
          </p:cNvPr>
          <p:cNvSpPr/>
          <p:nvPr/>
        </p:nvSpPr>
        <p:spPr>
          <a:xfrm rot="16984807">
            <a:off x="2413686" y="4034078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B93DC19E-AB13-88BF-3C3A-A389A3A6A869}"/>
              </a:ext>
            </a:extLst>
          </p:cNvPr>
          <p:cNvSpPr/>
          <p:nvPr/>
        </p:nvSpPr>
        <p:spPr>
          <a:xfrm rot="15445193">
            <a:off x="2424106" y="4231263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24933A-ED07-B690-9F81-E6AB841346CA}"/>
              </a:ext>
            </a:extLst>
          </p:cNvPr>
          <p:cNvSpPr txBox="1"/>
          <p:nvPr/>
        </p:nvSpPr>
        <p:spPr>
          <a:xfrm>
            <a:off x="17005" y="4617937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111300-5C0B-6499-A9BD-4827AE30E669}"/>
              </a:ext>
            </a:extLst>
          </p:cNvPr>
          <p:cNvSpPr txBox="1"/>
          <p:nvPr/>
        </p:nvSpPr>
        <p:spPr>
          <a:xfrm>
            <a:off x="17894" y="4925714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C2D178D2-EDEC-D72C-A0A1-ECF623CF5871}"/>
              </a:ext>
            </a:extLst>
          </p:cNvPr>
          <p:cNvSpPr/>
          <p:nvPr/>
        </p:nvSpPr>
        <p:spPr>
          <a:xfrm rot="16984807">
            <a:off x="2356090" y="4725752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53A67195-C6F8-2454-9654-C91CA0118543}"/>
              </a:ext>
            </a:extLst>
          </p:cNvPr>
          <p:cNvSpPr/>
          <p:nvPr/>
        </p:nvSpPr>
        <p:spPr>
          <a:xfrm rot="15445193">
            <a:off x="2366510" y="4922937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3700F73E-34B6-DCA3-0667-76DF1BC16BE8}"/>
              </a:ext>
            </a:extLst>
          </p:cNvPr>
          <p:cNvSpPr/>
          <p:nvPr/>
        </p:nvSpPr>
        <p:spPr>
          <a:xfrm rot="16200000">
            <a:off x="1326303" y="3956973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8D58494-3D08-A2C5-DB64-1152598ED2D5}"/>
              </a:ext>
            </a:extLst>
          </p:cNvPr>
          <p:cNvSpPr/>
          <p:nvPr/>
        </p:nvSpPr>
        <p:spPr>
          <a:xfrm>
            <a:off x="1593241" y="4061657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9E60D073-03BC-7E43-74AE-1769377A9BD9}"/>
              </a:ext>
            </a:extLst>
          </p:cNvPr>
          <p:cNvSpPr/>
          <p:nvPr/>
        </p:nvSpPr>
        <p:spPr>
          <a:xfrm rot="16200000">
            <a:off x="1348636" y="4241928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40D8DDF-A84B-A9D4-7B0E-52F0B750AA27}"/>
              </a:ext>
            </a:extLst>
          </p:cNvPr>
          <p:cNvSpPr/>
          <p:nvPr/>
        </p:nvSpPr>
        <p:spPr>
          <a:xfrm>
            <a:off x="1615574" y="4346612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下 37">
            <a:extLst>
              <a:ext uri="{FF2B5EF4-FFF2-40B4-BE49-F238E27FC236}">
                <a16:creationId xmlns:a16="http://schemas.microsoft.com/office/drawing/2014/main" id="{478622E9-AEEC-CFBD-81B9-E7D66FE74728}"/>
              </a:ext>
            </a:extLst>
          </p:cNvPr>
          <p:cNvSpPr/>
          <p:nvPr/>
        </p:nvSpPr>
        <p:spPr>
          <a:xfrm rot="16200000">
            <a:off x="1300712" y="4618463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05D28A7-522D-56A8-4D9C-331CBDC55DCB}"/>
              </a:ext>
            </a:extLst>
          </p:cNvPr>
          <p:cNvSpPr/>
          <p:nvPr/>
        </p:nvSpPr>
        <p:spPr>
          <a:xfrm>
            <a:off x="1567650" y="4723147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下 39">
            <a:extLst>
              <a:ext uri="{FF2B5EF4-FFF2-40B4-BE49-F238E27FC236}">
                <a16:creationId xmlns:a16="http://schemas.microsoft.com/office/drawing/2014/main" id="{8701F183-5265-133E-8771-75251BBF0FB6}"/>
              </a:ext>
            </a:extLst>
          </p:cNvPr>
          <p:cNvSpPr/>
          <p:nvPr/>
        </p:nvSpPr>
        <p:spPr>
          <a:xfrm rot="16200000">
            <a:off x="1325645" y="4934507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A2EC60C-D97A-6595-2BB2-DADEEA198E51}"/>
              </a:ext>
            </a:extLst>
          </p:cNvPr>
          <p:cNvSpPr/>
          <p:nvPr/>
        </p:nvSpPr>
        <p:spPr>
          <a:xfrm>
            <a:off x="1592583" y="5039191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132E5D92-090F-7122-4095-9B0434FE89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5183" y="1051251"/>
            <a:ext cx="9382605" cy="535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9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6F27D8-3186-7E2B-9912-0D9965B7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FB4C7D1-7713-60AD-9A2F-CD665A35ACA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444125-8D31-068F-B153-4397356E006C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F5F1C1-EF74-7AAF-3803-AA74CBD3DE0C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骨架注入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689FB15-3293-F68C-039B-B5FF5242645E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207D6AA-0224-C158-8055-98C3DC6E5ECD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7AECABF-EA0B-1F62-7EDF-F9035654E2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CFF18227-E352-D9D8-8F91-14849128F0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35BBFC5-B523-BDDB-A4AD-3AD7ABB01855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A1CD9BE-8300-7B05-90E6-BBFF7BC0C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969" y="6389511"/>
            <a:ext cx="2752953" cy="367706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C801B0D7-ED84-C66E-572F-74FCA4344651}"/>
              </a:ext>
            </a:extLst>
          </p:cNvPr>
          <p:cNvSpPr txBox="1">
            <a:spLocks/>
          </p:cNvSpPr>
          <p:nvPr/>
        </p:nvSpPr>
        <p:spPr>
          <a:xfrm>
            <a:off x="8944941" y="6530228"/>
            <a:ext cx="2751759" cy="356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3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7F768279-094C-A1F4-5163-F204124BCFC0}"/>
              </a:ext>
            </a:extLst>
          </p:cNvPr>
          <p:cNvSpPr txBox="1"/>
          <p:nvPr/>
        </p:nvSpPr>
        <p:spPr bwMode="auto">
          <a:xfrm>
            <a:off x="6443897" y="3500329"/>
            <a:ext cx="2013394" cy="35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3C516C-40CC-AD7C-03D8-5E243CEAA3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259" y="1646043"/>
            <a:ext cx="8263154" cy="46480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0371417-EE9F-2A39-8015-901FE183F004}"/>
              </a:ext>
            </a:extLst>
          </p:cNvPr>
          <p:cNvSpPr txBox="1"/>
          <p:nvPr/>
        </p:nvSpPr>
        <p:spPr>
          <a:xfrm>
            <a:off x="6956" y="5185250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027529-7BA3-792C-6F13-0CF6DABCBF9F}"/>
              </a:ext>
            </a:extLst>
          </p:cNvPr>
          <p:cNvSpPr txBox="1"/>
          <p:nvPr/>
        </p:nvSpPr>
        <p:spPr>
          <a:xfrm>
            <a:off x="7845" y="5493027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4BAE517C-8F8C-DB7E-CA6F-BFFA059C616C}"/>
              </a:ext>
            </a:extLst>
          </p:cNvPr>
          <p:cNvSpPr/>
          <p:nvPr/>
        </p:nvSpPr>
        <p:spPr>
          <a:xfrm rot="16984807">
            <a:off x="2394562" y="5281479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73D8EFA4-8BA8-DAF9-8B89-149CAB8CF608}"/>
              </a:ext>
            </a:extLst>
          </p:cNvPr>
          <p:cNvSpPr/>
          <p:nvPr/>
        </p:nvSpPr>
        <p:spPr>
          <a:xfrm rot="15445193">
            <a:off x="2404982" y="5478664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1CD466-A7BC-AA5F-0D7D-CED533DAEA64}"/>
              </a:ext>
            </a:extLst>
          </p:cNvPr>
          <p:cNvSpPr txBox="1"/>
          <p:nvPr/>
        </p:nvSpPr>
        <p:spPr>
          <a:xfrm>
            <a:off x="16031" y="3088370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DFA877-B6AB-A024-0B40-19B09B792B65}"/>
              </a:ext>
            </a:extLst>
          </p:cNvPr>
          <p:cNvSpPr txBox="1"/>
          <p:nvPr/>
        </p:nvSpPr>
        <p:spPr>
          <a:xfrm>
            <a:off x="16920" y="3396147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E00E8C71-70C3-7C50-1F74-A597BA35C897}"/>
              </a:ext>
            </a:extLst>
          </p:cNvPr>
          <p:cNvSpPr/>
          <p:nvPr/>
        </p:nvSpPr>
        <p:spPr>
          <a:xfrm rot="16984807">
            <a:off x="2403637" y="3184599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5FB84BA0-65E5-D623-EB76-B4181D930F67}"/>
              </a:ext>
            </a:extLst>
          </p:cNvPr>
          <p:cNvSpPr/>
          <p:nvPr/>
        </p:nvSpPr>
        <p:spPr>
          <a:xfrm rot="15445193">
            <a:off x="2414057" y="3381784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83A8C5-DFFE-3276-A794-65D1F7C43F87}"/>
              </a:ext>
            </a:extLst>
          </p:cNvPr>
          <p:cNvSpPr txBox="1"/>
          <p:nvPr/>
        </p:nvSpPr>
        <p:spPr>
          <a:xfrm>
            <a:off x="16031" y="3735358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09F1AD-7BB4-A672-CF66-6DA891BAD508}"/>
              </a:ext>
            </a:extLst>
          </p:cNvPr>
          <p:cNvSpPr txBox="1"/>
          <p:nvPr/>
        </p:nvSpPr>
        <p:spPr>
          <a:xfrm>
            <a:off x="16920" y="4043135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58FC8A5A-4643-4564-4669-F89E1421E64B}"/>
              </a:ext>
            </a:extLst>
          </p:cNvPr>
          <p:cNvSpPr/>
          <p:nvPr/>
        </p:nvSpPr>
        <p:spPr>
          <a:xfrm rot="16984807">
            <a:off x="2403637" y="3831587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A64F378C-3F5D-C2EF-8009-189681E2FE9B}"/>
              </a:ext>
            </a:extLst>
          </p:cNvPr>
          <p:cNvSpPr/>
          <p:nvPr/>
        </p:nvSpPr>
        <p:spPr>
          <a:xfrm rot="15445193">
            <a:off x="2414057" y="4028772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52DFB45-936B-23E7-015B-36FADA2187DC}"/>
              </a:ext>
            </a:extLst>
          </p:cNvPr>
          <p:cNvSpPr txBox="1"/>
          <p:nvPr/>
        </p:nvSpPr>
        <p:spPr>
          <a:xfrm>
            <a:off x="6956" y="4415446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6C0349-D59F-6B1A-E536-5BD84DE1CF4D}"/>
              </a:ext>
            </a:extLst>
          </p:cNvPr>
          <p:cNvSpPr txBox="1"/>
          <p:nvPr/>
        </p:nvSpPr>
        <p:spPr>
          <a:xfrm>
            <a:off x="7845" y="4723223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B45451BD-41F6-EE8B-995C-E7156D7507C2}"/>
              </a:ext>
            </a:extLst>
          </p:cNvPr>
          <p:cNvSpPr/>
          <p:nvPr/>
        </p:nvSpPr>
        <p:spPr>
          <a:xfrm rot="16984807">
            <a:off x="2346041" y="4523261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5FCC7A2C-B419-BF27-1876-FDFD1EE8899A}"/>
              </a:ext>
            </a:extLst>
          </p:cNvPr>
          <p:cNvSpPr/>
          <p:nvPr/>
        </p:nvSpPr>
        <p:spPr>
          <a:xfrm rot="15445193">
            <a:off x="2356461" y="4720446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7492D80D-6DEF-53E1-7144-6BC7DC466EBB}"/>
              </a:ext>
            </a:extLst>
          </p:cNvPr>
          <p:cNvSpPr/>
          <p:nvPr/>
        </p:nvSpPr>
        <p:spPr>
          <a:xfrm rot="16200000">
            <a:off x="1343353" y="3070311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AA0E3DC-0202-9A14-2C4B-C0BEDC529AE4}"/>
              </a:ext>
            </a:extLst>
          </p:cNvPr>
          <p:cNvSpPr/>
          <p:nvPr/>
        </p:nvSpPr>
        <p:spPr>
          <a:xfrm>
            <a:off x="1610291" y="3174995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C654796B-F78E-A716-7F22-A28A99C8DEFA}"/>
              </a:ext>
            </a:extLst>
          </p:cNvPr>
          <p:cNvSpPr/>
          <p:nvPr/>
        </p:nvSpPr>
        <p:spPr>
          <a:xfrm rot="16200000">
            <a:off x="1349222" y="3405880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AB7CB2B-7FD2-F2CA-72FF-AD45464DFBEF}"/>
              </a:ext>
            </a:extLst>
          </p:cNvPr>
          <p:cNvSpPr/>
          <p:nvPr/>
        </p:nvSpPr>
        <p:spPr>
          <a:xfrm>
            <a:off x="1616160" y="3510564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2FFC38B2-5FF6-452D-C717-E37A98F5EE30}"/>
              </a:ext>
            </a:extLst>
          </p:cNvPr>
          <p:cNvSpPr/>
          <p:nvPr/>
        </p:nvSpPr>
        <p:spPr>
          <a:xfrm rot="16200000">
            <a:off x="1316254" y="3754482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B83FD35-C795-FF9A-37B8-7404031F7036}"/>
              </a:ext>
            </a:extLst>
          </p:cNvPr>
          <p:cNvSpPr/>
          <p:nvPr/>
        </p:nvSpPr>
        <p:spPr>
          <a:xfrm>
            <a:off x="1583192" y="3859166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D5F898A9-83E6-F521-396C-D7C5CE24E962}"/>
              </a:ext>
            </a:extLst>
          </p:cNvPr>
          <p:cNvSpPr/>
          <p:nvPr/>
        </p:nvSpPr>
        <p:spPr>
          <a:xfrm rot="16200000">
            <a:off x="1338587" y="4039437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650CDF4-D190-6C3A-F2AC-3FFE321BE878}"/>
              </a:ext>
            </a:extLst>
          </p:cNvPr>
          <p:cNvSpPr/>
          <p:nvPr/>
        </p:nvSpPr>
        <p:spPr>
          <a:xfrm>
            <a:off x="1605525" y="4144121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下 37">
            <a:extLst>
              <a:ext uri="{FF2B5EF4-FFF2-40B4-BE49-F238E27FC236}">
                <a16:creationId xmlns:a16="http://schemas.microsoft.com/office/drawing/2014/main" id="{D427A6DE-21FF-E1F6-6C21-518597F240D7}"/>
              </a:ext>
            </a:extLst>
          </p:cNvPr>
          <p:cNvSpPr/>
          <p:nvPr/>
        </p:nvSpPr>
        <p:spPr>
          <a:xfrm rot="16200000">
            <a:off x="1290663" y="4415972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55F492B-EC40-A54E-3DEA-B21006547DDE}"/>
              </a:ext>
            </a:extLst>
          </p:cNvPr>
          <p:cNvSpPr/>
          <p:nvPr/>
        </p:nvSpPr>
        <p:spPr>
          <a:xfrm>
            <a:off x="1557601" y="4520656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下 39">
            <a:extLst>
              <a:ext uri="{FF2B5EF4-FFF2-40B4-BE49-F238E27FC236}">
                <a16:creationId xmlns:a16="http://schemas.microsoft.com/office/drawing/2014/main" id="{A9B1A1FC-B2C7-BFB6-5086-E390F9FC97C3}"/>
              </a:ext>
            </a:extLst>
          </p:cNvPr>
          <p:cNvSpPr/>
          <p:nvPr/>
        </p:nvSpPr>
        <p:spPr>
          <a:xfrm rot="16200000">
            <a:off x="1315596" y="4732016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7A7DF6E-BF1E-BCA1-53C6-E74A1DCBAC71}"/>
              </a:ext>
            </a:extLst>
          </p:cNvPr>
          <p:cNvSpPr/>
          <p:nvPr/>
        </p:nvSpPr>
        <p:spPr>
          <a:xfrm>
            <a:off x="1582534" y="4836700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箭头: 下 41">
            <a:extLst>
              <a:ext uri="{FF2B5EF4-FFF2-40B4-BE49-F238E27FC236}">
                <a16:creationId xmlns:a16="http://schemas.microsoft.com/office/drawing/2014/main" id="{8C1A5FAD-997E-F8DE-604D-16D498DA3EF0}"/>
              </a:ext>
            </a:extLst>
          </p:cNvPr>
          <p:cNvSpPr/>
          <p:nvPr/>
        </p:nvSpPr>
        <p:spPr>
          <a:xfrm rot="16200000">
            <a:off x="1315172" y="5222825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6F29590-A87D-CB6C-FF48-59E3795929F2}"/>
              </a:ext>
            </a:extLst>
          </p:cNvPr>
          <p:cNvSpPr/>
          <p:nvPr/>
        </p:nvSpPr>
        <p:spPr>
          <a:xfrm>
            <a:off x="1582110" y="5327509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箭头: 下 43">
            <a:extLst>
              <a:ext uri="{FF2B5EF4-FFF2-40B4-BE49-F238E27FC236}">
                <a16:creationId xmlns:a16="http://schemas.microsoft.com/office/drawing/2014/main" id="{14121FA7-4DAC-EC8B-8C86-844158F44A3D}"/>
              </a:ext>
            </a:extLst>
          </p:cNvPr>
          <p:cNvSpPr/>
          <p:nvPr/>
        </p:nvSpPr>
        <p:spPr>
          <a:xfrm rot="16200000">
            <a:off x="1315172" y="5498284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D9D648F-4A9E-C48C-DF51-6D83679DE245}"/>
              </a:ext>
            </a:extLst>
          </p:cNvPr>
          <p:cNvSpPr/>
          <p:nvPr/>
        </p:nvSpPr>
        <p:spPr>
          <a:xfrm>
            <a:off x="1582110" y="5602968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F9A4EBA8-C11B-0B87-5635-679AB8237A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551" y="1122414"/>
            <a:ext cx="2008732" cy="194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46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5FE83B-7D5F-CC6B-2709-143B0A74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组合 320">
            <a:extLst>
              <a:ext uri="{FF2B5EF4-FFF2-40B4-BE49-F238E27FC236}">
                <a16:creationId xmlns:a16="http://schemas.microsoft.com/office/drawing/2014/main" id="{633F738E-7800-F75E-3AD0-43B5DC01B220}"/>
              </a:ext>
            </a:extLst>
          </p:cNvPr>
          <p:cNvGrpSpPr/>
          <p:nvPr/>
        </p:nvGrpSpPr>
        <p:grpSpPr>
          <a:xfrm>
            <a:off x="211726" y="175857"/>
            <a:ext cx="1162420" cy="6438302"/>
            <a:chOff x="293006" y="175857"/>
            <a:chExt cx="1162420" cy="643830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EEDADA3A-2984-1F60-4B46-8D71EDA2DEC6}"/>
                </a:ext>
              </a:extLst>
            </p:cNvPr>
            <p:cNvSpPr/>
            <p:nvPr/>
          </p:nvSpPr>
          <p:spPr>
            <a:xfrm>
              <a:off x="407465" y="2496286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0B9A9E9-D803-FA15-AC31-33C3614579C5}"/>
                </a:ext>
              </a:extLst>
            </p:cNvPr>
            <p:cNvSpPr/>
            <p:nvPr/>
          </p:nvSpPr>
          <p:spPr>
            <a:xfrm>
              <a:off x="407466" y="3432294"/>
              <a:ext cx="956709" cy="369283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94D146D-5B48-32FA-3C41-37FC1805A16F}"/>
                </a:ext>
              </a:extLst>
            </p:cNvPr>
            <p:cNvSpPr/>
            <p:nvPr/>
          </p:nvSpPr>
          <p:spPr>
            <a:xfrm>
              <a:off x="407465" y="4316967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3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6F94DEE-77C7-838A-77BC-8037071113E6}"/>
                </a:ext>
              </a:extLst>
            </p:cNvPr>
            <p:cNvSpPr/>
            <p:nvPr/>
          </p:nvSpPr>
          <p:spPr>
            <a:xfrm>
              <a:off x="407465" y="5266637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4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9B4BE51-E96D-B198-8EF8-76B491AC5891}"/>
                </a:ext>
              </a:extLst>
            </p:cNvPr>
            <p:cNvSpPr/>
            <p:nvPr/>
          </p:nvSpPr>
          <p:spPr>
            <a:xfrm>
              <a:off x="407465" y="1556264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0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563DCE0-7263-9AD0-A720-D7D7380CDC59}"/>
                </a:ext>
              </a:extLst>
            </p:cNvPr>
            <p:cNvSpPr txBox="1"/>
            <p:nvPr/>
          </p:nvSpPr>
          <p:spPr>
            <a:xfrm>
              <a:off x="452425" y="800696"/>
              <a:ext cx="841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A35D229-8451-6345-94D2-2BE13EAB398A}"/>
                </a:ext>
              </a:extLst>
            </p:cNvPr>
            <p:cNvSpPr txBox="1"/>
            <p:nvPr/>
          </p:nvSpPr>
          <p:spPr>
            <a:xfrm>
              <a:off x="407466" y="6196531"/>
              <a:ext cx="9567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箭头: 下 30">
              <a:extLst>
                <a:ext uri="{FF2B5EF4-FFF2-40B4-BE49-F238E27FC236}">
                  <a16:creationId xmlns:a16="http://schemas.microsoft.com/office/drawing/2014/main" id="{B0B09C61-CC63-130D-14F6-36C062D05F7D}"/>
                </a:ext>
              </a:extLst>
            </p:cNvPr>
            <p:cNvSpPr/>
            <p:nvPr/>
          </p:nvSpPr>
          <p:spPr>
            <a:xfrm>
              <a:off x="808331" y="2074554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1" name="箭头: 下 60">
              <a:extLst>
                <a:ext uri="{FF2B5EF4-FFF2-40B4-BE49-F238E27FC236}">
                  <a16:creationId xmlns:a16="http://schemas.microsoft.com/office/drawing/2014/main" id="{1B2EE923-DE5C-0511-70C1-377EA70EE9DC}"/>
                </a:ext>
              </a:extLst>
            </p:cNvPr>
            <p:cNvSpPr/>
            <p:nvPr/>
          </p:nvSpPr>
          <p:spPr>
            <a:xfrm>
              <a:off x="808331" y="3004099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2" name="箭头: 下 61">
              <a:extLst>
                <a:ext uri="{FF2B5EF4-FFF2-40B4-BE49-F238E27FC236}">
                  <a16:creationId xmlns:a16="http://schemas.microsoft.com/office/drawing/2014/main" id="{16BD86B7-3C19-7910-BB64-28061784D6D5}"/>
                </a:ext>
              </a:extLst>
            </p:cNvPr>
            <p:cNvSpPr/>
            <p:nvPr/>
          </p:nvSpPr>
          <p:spPr>
            <a:xfrm>
              <a:off x="808330" y="3863911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3" name="箭头: 下 62">
              <a:extLst>
                <a:ext uri="{FF2B5EF4-FFF2-40B4-BE49-F238E27FC236}">
                  <a16:creationId xmlns:a16="http://schemas.microsoft.com/office/drawing/2014/main" id="{C707762F-D9D3-DE5C-D9F0-4AF28E8990C4}"/>
                </a:ext>
              </a:extLst>
            </p:cNvPr>
            <p:cNvSpPr/>
            <p:nvPr/>
          </p:nvSpPr>
          <p:spPr>
            <a:xfrm>
              <a:off x="808330" y="4834940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4" name="箭头: 下 63">
              <a:extLst>
                <a:ext uri="{FF2B5EF4-FFF2-40B4-BE49-F238E27FC236}">
                  <a16:creationId xmlns:a16="http://schemas.microsoft.com/office/drawing/2014/main" id="{28637D74-45EC-2AF0-4F0B-7B81E7954A67}"/>
                </a:ext>
              </a:extLst>
            </p:cNvPr>
            <p:cNvSpPr/>
            <p:nvPr/>
          </p:nvSpPr>
          <p:spPr>
            <a:xfrm>
              <a:off x="796021" y="1134104"/>
              <a:ext cx="174651" cy="36239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5" name="箭头: 下 64">
              <a:extLst>
                <a:ext uri="{FF2B5EF4-FFF2-40B4-BE49-F238E27FC236}">
                  <a16:creationId xmlns:a16="http://schemas.microsoft.com/office/drawing/2014/main" id="{7A084CD5-7F19-6293-6490-AD6C8FF0B7BE}"/>
                </a:ext>
              </a:extLst>
            </p:cNvPr>
            <p:cNvSpPr/>
            <p:nvPr/>
          </p:nvSpPr>
          <p:spPr>
            <a:xfrm>
              <a:off x="808330" y="5797733"/>
              <a:ext cx="174651" cy="36239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75F6A5E-7BE4-04CC-5BA3-9C7072CE6AEB}"/>
                </a:ext>
              </a:extLst>
            </p:cNvPr>
            <p:cNvSpPr/>
            <p:nvPr/>
          </p:nvSpPr>
          <p:spPr>
            <a:xfrm>
              <a:off x="293006" y="434376"/>
              <a:ext cx="1162420" cy="6179783"/>
            </a:xfrm>
            <a:prstGeom prst="rect">
              <a:avLst/>
            </a:prstGeom>
            <a:noFill/>
            <a:ln w="31750">
              <a:solidFill>
                <a:schemeClr val="tx1">
                  <a:lumMod val="75000"/>
                  <a:lumOff val="25000"/>
                  <a:alpha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5A066FD-D1D8-D887-AE97-F1455D8274EE}"/>
                </a:ext>
              </a:extLst>
            </p:cNvPr>
            <p:cNvSpPr/>
            <p:nvPr/>
          </p:nvSpPr>
          <p:spPr>
            <a:xfrm>
              <a:off x="393357" y="175857"/>
              <a:ext cx="979980" cy="473463"/>
            </a:xfrm>
            <a:prstGeom prst="rect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ResNet50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748FBCE4-5A21-918D-64AF-2A66FE0AAF27}"/>
              </a:ext>
            </a:extLst>
          </p:cNvPr>
          <p:cNvSpPr/>
          <p:nvPr/>
        </p:nvSpPr>
        <p:spPr>
          <a:xfrm>
            <a:off x="2111556" y="1096397"/>
            <a:ext cx="1249769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7×7,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BN, RELU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B15CD06-6E10-F3B0-B380-52FEDE18A9EA}"/>
              </a:ext>
            </a:extLst>
          </p:cNvPr>
          <p:cNvSpPr/>
          <p:nvPr/>
        </p:nvSpPr>
        <p:spPr>
          <a:xfrm>
            <a:off x="2111555" y="1745817"/>
            <a:ext cx="1263305" cy="2205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MAXPOOL: 3×3,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019D154-1BD4-717C-B823-0C3749C251CA}"/>
              </a:ext>
            </a:extLst>
          </p:cNvPr>
          <p:cNvSpPr/>
          <p:nvPr/>
        </p:nvSpPr>
        <p:spPr>
          <a:xfrm>
            <a:off x="2004336" y="303240"/>
            <a:ext cx="1479481" cy="222681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4607816-A54F-8057-0DD8-4E6B70900F9D}"/>
              </a:ext>
            </a:extLst>
          </p:cNvPr>
          <p:cNvSpPr/>
          <p:nvPr/>
        </p:nvSpPr>
        <p:spPr>
          <a:xfrm>
            <a:off x="2275411" y="191882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0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F24BCF5-0192-83A3-F891-F7ECFD7A1489}"/>
              </a:ext>
            </a:extLst>
          </p:cNvPr>
          <p:cNvSpPr txBox="1"/>
          <p:nvPr/>
        </p:nvSpPr>
        <p:spPr>
          <a:xfrm>
            <a:off x="2319882" y="611664"/>
            <a:ext cx="865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(3, 224, 224)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FF506E8-97AB-9FCE-7E31-6B5BD32CEEBB}"/>
              </a:ext>
            </a:extLst>
          </p:cNvPr>
          <p:cNvSpPr txBox="1"/>
          <p:nvPr/>
        </p:nvSpPr>
        <p:spPr>
          <a:xfrm>
            <a:off x="2380521" y="2154082"/>
            <a:ext cx="765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(64, 56, 56)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93870878-9242-F34A-A354-C314EA837F9F}"/>
              </a:ext>
            </a:extLst>
          </p:cNvPr>
          <p:cNvSpPr/>
          <p:nvPr/>
        </p:nvSpPr>
        <p:spPr>
          <a:xfrm>
            <a:off x="2000226" y="2884070"/>
            <a:ext cx="1483591" cy="3717327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F813C88F-9D88-885A-22E4-9B31F658D22F}"/>
              </a:ext>
            </a:extLst>
          </p:cNvPr>
          <p:cNvSpPr/>
          <p:nvPr/>
        </p:nvSpPr>
        <p:spPr>
          <a:xfrm>
            <a:off x="2259194" y="2773595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F95115E9-4C70-9196-0DBD-588ABE03E05B}"/>
              </a:ext>
            </a:extLst>
          </p:cNvPr>
          <p:cNvSpPr/>
          <p:nvPr/>
        </p:nvSpPr>
        <p:spPr>
          <a:xfrm>
            <a:off x="2080773" y="3553853"/>
            <a:ext cx="1315221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BTNK1: 64, 56, 64, 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C60FDF23-1D68-D20D-05B8-9B8A79843DFA}"/>
              </a:ext>
            </a:extLst>
          </p:cNvPr>
          <p:cNvSpPr txBox="1"/>
          <p:nvPr/>
        </p:nvSpPr>
        <p:spPr>
          <a:xfrm>
            <a:off x="2301498" y="4046676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(256, 56, 56)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DD38D941-5EA4-73F5-FA6E-9A2B506C64F5}"/>
              </a:ext>
            </a:extLst>
          </p:cNvPr>
          <p:cNvSpPr/>
          <p:nvPr/>
        </p:nvSpPr>
        <p:spPr>
          <a:xfrm>
            <a:off x="2076636" y="4574855"/>
            <a:ext cx="1315221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256, 56</a:t>
            </a: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0486B40F-EB3C-CA79-4E96-F92A3B2811DF}"/>
              </a:ext>
            </a:extLst>
          </p:cNvPr>
          <p:cNvSpPr txBox="1"/>
          <p:nvPr/>
        </p:nvSpPr>
        <p:spPr>
          <a:xfrm>
            <a:off x="2281953" y="510029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(256, 56, 56)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B5B288AA-F78A-BB68-0112-D761BB12A8E4}"/>
              </a:ext>
            </a:extLst>
          </p:cNvPr>
          <p:cNvSpPr/>
          <p:nvPr/>
        </p:nvSpPr>
        <p:spPr>
          <a:xfrm>
            <a:off x="2078394" y="5628476"/>
            <a:ext cx="1315221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256, 56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9EC8A1F2-D721-3AED-214D-9944A888A9B4}"/>
              </a:ext>
            </a:extLst>
          </p:cNvPr>
          <p:cNvSpPr txBox="1"/>
          <p:nvPr/>
        </p:nvSpPr>
        <p:spPr>
          <a:xfrm>
            <a:off x="2325144" y="6207999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(256, 56, 56)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矩形: 圆角 251">
            <a:extLst>
              <a:ext uri="{FF2B5EF4-FFF2-40B4-BE49-F238E27FC236}">
                <a16:creationId xmlns:a16="http://schemas.microsoft.com/office/drawing/2014/main" id="{FCF42074-909B-F99E-BDF1-5CB2E713058F}"/>
              </a:ext>
            </a:extLst>
          </p:cNvPr>
          <p:cNvSpPr/>
          <p:nvPr/>
        </p:nvSpPr>
        <p:spPr>
          <a:xfrm>
            <a:off x="4202272" y="298554"/>
            <a:ext cx="1665070" cy="344592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: 圆角 252">
            <a:extLst>
              <a:ext uri="{FF2B5EF4-FFF2-40B4-BE49-F238E27FC236}">
                <a16:creationId xmlns:a16="http://schemas.microsoft.com/office/drawing/2014/main" id="{81FC7547-A57E-632F-505D-16B470AA76DE}"/>
              </a:ext>
            </a:extLst>
          </p:cNvPr>
          <p:cNvSpPr/>
          <p:nvPr/>
        </p:nvSpPr>
        <p:spPr>
          <a:xfrm>
            <a:off x="4558573" y="187825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D43444CB-5C34-C4BC-F6FB-A65907B05169}"/>
              </a:ext>
            </a:extLst>
          </p:cNvPr>
          <p:cNvSpPr/>
          <p:nvPr/>
        </p:nvSpPr>
        <p:spPr>
          <a:xfrm>
            <a:off x="4321423" y="637243"/>
            <a:ext cx="145831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BTNK1: 256, 56, 128, 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8F9039BD-6E4E-1062-0C04-41F6B9F99450}"/>
              </a:ext>
            </a:extLst>
          </p:cNvPr>
          <p:cNvSpPr txBox="1"/>
          <p:nvPr/>
        </p:nvSpPr>
        <p:spPr>
          <a:xfrm>
            <a:off x="4623708" y="993390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(512, 28, 28)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7F1E7600-C821-229B-9291-CA7666F9D4FB}"/>
              </a:ext>
            </a:extLst>
          </p:cNvPr>
          <p:cNvSpPr/>
          <p:nvPr/>
        </p:nvSpPr>
        <p:spPr>
          <a:xfrm>
            <a:off x="4317286" y="1424565"/>
            <a:ext cx="145831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512, 28</a:t>
            </a: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8E1E4950-A038-E8A5-95B7-2BC101DE8EDF}"/>
              </a:ext>
            </a:extLst>
          </p:cNvPr>
          <p:cNvSpPr txBox="1"/>
          <p:nvPr/>
        </p:nvSpPr>
        <p:spPr>
          <a:xfrm>
            <a:off x="4616898" y="1766278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(512, 28, 28)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矩形: 圆角 259">
            <a:extLst>
              <a:ext uri="{FF2B5EF4-FFF2-40B4-BE49-F238E27FC236}">
                <a16:creationId xmlns:a16="http://schemas.microsoft.com/office/drawing/2014/main" id="{C646237D-1CA3-6335-810F-3CF48F01403C}"/>
              </a:ext>
            </a:extLst>
          </p:cNvPr>
          <p:cNvSpPr/>
          <p:nvPr/>
        </p:nvSpPr>
        <p:spPr>
          <a:xfrm>
            <a:off x="4319044" y="2173386"/>
            <a:ext cx="1456833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512, 28</a:t>
            </a: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5D894384-9D6C-72A2-C3A0-0A00D179AE75}"/>
              </a:ext>
            </a:extLst>
          </p:cNvPr>
          <p:cNvSpPr txBox="1"/>
          <p:nvPr/>
        </p:nvSpPr>
        <p:spPr>
          <a:xfrm>
            <a:off x="4615587" y="257624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(512, 28, 28)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9522F90E-D0BF-3B70-20B0-723551DB01B9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rot="16200000" flipH="1">
            <a:off x="2586256" y="1588865"/>
            <a:ext cx="307136" cy="6767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连接符: 曲线 82">
            <a:extLst>
              <a:ext uri="{FF2B5EF4-FFF2-40B4-BE49-F238E27FC236}">
                <a16:creationId xmlns:a16="http://schemas.microsoft.com/office/drawing/2014/main" id="{C6760483-ACBD-02A1-3875-B8C244EFEEAE}"/>
              </a:ext>
            </a:extLst>
          </p:cNvPr>
          <p:cNvCxnSpPr>
            <a:cxnSpLocks/>
            <a:stCxn id="85" idx="2"/>
            <a:endCxn id="25" idx="0"/>
          </p:cNvCxnSpPr>
          <p:nvPr/>
        </p:nvCxnSpPr>
        <p:spPr>
          <a:xfrm rot="5400000">
            <a:off x="2625337" y="968990"/>
            <a:ext cx="238512" cy="16303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连接符: 曲线 185">
            <a:extLst>
              <a:ext uri="{FF2B5EF4-FFF2-40B4-BE49-F238E27FC236}">
                <a16:creationId xmlns:a16="http://schemas.microsoft.com/office/drawing/2014/main" id="{3D5DE208-CC7C-DA78-954C-4B49E4DD164D}"/>
              </a:ext>
            </a:extLst>
          </p:cNvPr>
          <p:cNvCxnSpPr>
            <a:cxnSpLocks/>
            <a:stCxn id="89" idx="1"/>
            <a:endCxn id="181" idx="0"/>
          </p:cNvCxnSpPr>
          <p:nvPr/>
        </p:nvCxnSpPr>
        <p:spPr>
          <a:xfrm rot="10800000" flipH="1" flipV="1">
            <a:off x="2380520" y="2277193"/>
            <a:ext cx="357863" cy="1276660"/>
          </a:xfrm>
          <a:prstGeom prst="curvedConnector4">
            <a:avLst>
              <a:gd name="adj1" fmla="val -117821"/>
              <a:gd name="adj2" fmla="val 84864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连接符: 曲线 193">
            <a:extLst>
              <a:ext uri="{FF2B5EF4-FFF2-40B4-BE49-F238E27FC236}">
                <a16:creationId xmlns:a16="http://schemas.microsoft.com/office/drawing/2014/main" id="{33A632A9-8886-43B2-8B3D-A153F8B74E55}"/>
              </a:ext>
            </a:extLst>
          </p:cNvPr>
          <p:cNvCxnSpPr>
            <a:cxnSpLocks/>
            <a:stCxn id="181" idx="2"/>
            <a:endCxn id="197" idx="0"/>
          </p:cNvCxnSpPr>
          <p:nvPr/>
        </p:nvCxnSpPr>
        <p:spPr>
          <a:xfrm rot="16200000" flipH="1">
            <a:off x="2588380" y="3895221"/>
            <a:ext cx="301458" cy="1451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连接符: 曲线 202">
            <a:extLst>
              <a:ext uri="{FF2B5EF4-FFF2-40B4-BE49-F238E27FC236}">
                <a16:creationId xmlns:a16="http://schemas.microsoft.com/office/drawing/2014/main" id="{0D73CD21-E793-8F3C-2DCF-AA0D1EF2C6BC}"/>
              </a:ext>
            </a:extLst>
          </p:cNvPr>
          <p:cNvCxnSpPr>
            <a:cxnSpLocks/>
            <a:stCxn id="197" idx="2"/>
            <a:endCxn id="202" idx="0"/>
          </p:cNvCxnSpPr>
          <p:nvPr/>
        </p:nvCxnSpPr>
        <p:spPr>
          <a:xfrm rot="5400000">
            <a:off x="2600570" y="4435589"/>
            <a:ext cx="272943" cy="558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连接符: 曲线 237">
            <a:extLst>
              <a:ext uri="{FF2B5EF4-FFF2-40B4-BE49-F238E27FC236}">
                <a16:creationId xmlns:a16="http://schemas.microsoft.com/office/drawing/2014/main" id="{DE46920B-CEB1-0056-D65D-C9C5BD8B464D}"/>
              </a:ext>
            </a:extLst>
          </p:cNvPr>
          <p:cNvCxnSpPr>
            <a:cxnSpLocks/>
            <a:stCxn id="236" idx="2"/>
            <a:endCxn id="237" idx="0"/>
          </p:cNvCxnSpPr>
          <p:nvPr/>
        </p:nvCxnSpPr>
        <p:spPr>
          <a:xfrm rot="16200000" flipH="1">
            <a:off x="2591676" y="5484146"/>
            <a:ext cx="272943" cy="15715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连接符: 曲线 238">
            <a:extLst>
              <a:ext uri="{FF2B5EF4-FFF2-40B4-BE49-F238E27FC236}">
                <a16:creationId xmlns:a16="http://schemas.microsoft.com/office/drawing/2014/main" id="{6A664FA8-0166-7D39-1AA3-58025C084568}"/>
              </a:ext>
            </a:extLst>
          </p:cNvPr>
          <p:cNvCxnSpPr>
            <a:cxnSpLocks/>
            <a:stCxn id="202" idx="2"/>
            <a:endCxn id="236" idx="0"/>
          </p:cNvCxnSpPr>
          <p:nvPr/>
        </p:nvCxnSpPr>
        <p:spPr>
          <a:xfrm rot="5400000">
            <a:off x="2560231" y="4926280"/>
            <a:ext cx="334077" cy="13957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连接符: 曲线 242">
            <a:extLst>
              <a:ext uri="{FF2B5EF4-FFF2-40B4-BE49-F238E27FC236}">
                <a16:creationId xmlns:a16="http://schemas.microsoft.com/office/drawing/2014/main" id="{6C32FBE6-0409-83F7-3D67-AF69DA91479A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rot="16200000" flipH="1">
            <a:off x="2555664" y="6000182"/>
            <a:ext cx="388158" cy="2747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连接符: 曲线 254">
            <a:extLst>
              <a:ext uri="{FF2B5EF4-FFF2-40B4-BE49-F238E27FC236}">
                <a16:creationId xmlns:a16="http://schemas.microsoft.com/office/drawing/2014/main" id="{C680CD1A-7DF8-ED97-E760-040DEB953DC7}"/>
              </a:ext>
            </a:extLst>
          </p:cNvPr>
          <p:cNvCxnSpPr>
            <a:cxnSpLocks/>
            <a:stCxn id="254" idx="2"/>
            <a:endCxn id="256" idx="0"/>
          </p:cNvCxnSpPr>
          <p:nvPr/>
        </p:nvCxnSpPr>
        <p:spPr>
          <a:xfrm rot="16200000" flipH="1">
            <a:off x="4973922" y="905267"/>
            <a:ext cx="164782" cy="11464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连接符: 曲线 257">
            <a:extLst>
              <a:ext uri="{FF2B5EF4-FFF2-40B4-BE49-F238E27FC236}">
                <a16:creationId xmlns:a16="http://schemas.microsoft.com/office/drawing/2014/main" id="{942A53B8-D0FF-A317-E249-36D02E057D94}"/>
              </a:ext>
            </a:extLst>
          </p:cNvPr>
          <p:cNvCxnSpPr>
            <a:cxnSpLocks/>
            <a:stCxn id="256" idx="2"/>
            <a:endCxn id="257" idx="0"/>
          </p:cNvCxnSpPr>
          <p:nvPr/>
        </p:nvCxnSpPr>
        <p:spPr>
          <a:xfrm rot="5400000">
            <a:off x="4966276" y="1328795"/>
            <a:ext cx="175939" cy="1560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连接符: 曲线 260">
            <a:extLst>
              <a:ext uri="{FF2B5EF4-FFF2-40B4-BE49-F238E27FC236}">
                <a16:creationId xmlns:a16="http://schemas.microsoft.com/office/drawing/2014/main" id="{43C7F760-2FA8-46DD-C18A-607B9C5CB843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 rot="5400000">
            <a:off x="4975412" y="2093563"/>
            <a:ext cx="151872" cy="7774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连接符: 曲线 261">
            <a:extLst>
              <a:ext uri="{FF2B5EF4-FFF2-40B4-BE49-F238E27FC236}">
                <a16:creationId xmlns:a16="http://schemas.microsoft.com/office/drawing/2014/main" id="{768DDE19-54C5-0B3D-CFFF-69B93765C0C5}"/>
              </a:ext>
            </a:extLst>
          </p:cNvPr>
          <p:cNvCxnSpPr>
            <a:cxnSpLocks/>
            <a:stCxn id="257" idx="2"/>
            <a:endCxn id="259" idx="0"/>
          </p:cNvCxnSpPr>
          <p:nvPr/>
        </p:nvCxnSpPr>
        <p:spPr>
          <a:xfrm rot="16200000" flipH="1">
            <a:off x="4975665" y="1686708"/>
            <a:ext cx="150348" cy="879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连接符: 曲线 263">
            <a:extLst>
              <a:ext uri="{FF2B5EF4-FFF2-40B4-BE49-F238E27FC236}">
                <a16:creationId xmlns:a16="http://schemas.microsoft.com/office/drawing/2014/main" id="{B69E2603-8FC5-C87E-3194-A85034D1AA64}"/>
              </a:ext>
            </a:extLst>
          </p:cNvPr>
          <p:cNvCxnSpPr>
            <a:cxnSpLocks/>
            <a:stCxn id="260" idx="2"/>
            <a:endCxn id="263" idx="0"/>
          </p:cNvCxnSpPr>
          <p:nvPr/>
        </p:nvCxnSpPr>
        <p:spPr>
          <a:xfrm rot="16200000" flipH="1">
            <a:off x="4944944" y="2467267"/>
            <a:ext cx="211496" cy="646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连接符: 曲线 264">
            <a:extLst>
              <a:ext uri="{FF2B5EF4-FFF2-40B4-BE49-F238E27FC236}">
                <a16:creationId xmlns:a16="http://schemas.microsoft.com/office/drawing/2014/main" id="{11AEA8BB-CD2C-2E13-867B-9FDB8869CAC7}"/>
              </a:ext>
            </a:extLst>
          </p:cNvPr>
          <p:cNvCxnSpPr>
            <a:cxnSpLocks/>
            <a:stCxn id="242" idx="3"/>
            <a:endCxn id="254" idx="1"/>
          </p:cNvCxnSpPr>
          <p:nvPr/>
        </p:nvCxnSpPr>
        <p:spPr>
          <a:xfrm flipV="1">
            <a:off x="3201817" y="732926"/>
            <a:ext cx="1119606" cy="5602691"/>
          </a:xfrm>
          <a:prstGeom prst="curvedConnector3">
            <a:avLst>
              <a:gd name="adj1" fmla="val 58271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连接符: 曲线 280">
            <a:extLst>
              <a:ext uri="{FF2B5EF4-FFF2-40B4-BE49-F238E27FC236}">
                <a16:creationId xmlns:a16="http://schemas.microsoft.com/office/drawing/2014/main" id="{37807462-5520-2CC9-1F22-40AED7DAE339}"/>
              </a:ext>
            </a:extLst>
          </p:cNvPr>
          <p:cNvCxnSpPr>
            <a:cxnSpLocks/>
            <a:stCxn id="26" idx="2"/>
            <a:endCxn id="89" idx="0"/>
          </p:cNvCxnSpPr>
          <p:nvPr/>
        </p:nvCxnSpPr>
        <p:spPr>
          <a:xfrm rot="16200000" flipH="1">
            <a:off x="2659494" y="2050094"/>
            <a:ext cx="187702" cy="20274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C8B0D5CB-0EDC-FD49-5ED0-8B324F4BE206}"/>
              </a:ext>
            </a:extLst>
          </p:cNvPr>
          <p:cNvCxnSpPr/>
          <p:nvPr/>
        </p:nvCxnSpPr>
        <p:spPr>
          <a:xfrm>
            <a:off x="1686560" y="0"/>
            <a:ext cx="0" cy="6858000"/>
          </a:xfrm>
          <a:prstGeom prst="line">
            <a:avLst/>
          </a:prstGeom>
          <a:ln w="63500">
            <a:solidFill>
              <a:schemeClr val="tx1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3" name="矩形: 圆角 302">
            <a:extLst>
              <a:ext uri="{FF2B5EF4-FFF2-40B4-BE49-F238E27FC236}">
                <a16:creationId xmlns:a16="http://schemas.microsoft.com/office/drawing/2014/main" id="{A7E6C53F-5283-193E-611C-27A80588F387}"/>
              </a:ext>
            </a:extLst>
          </p:cNvPr>
          <p:cNvSpPr/>
          <p:nvPr/>
        </p:nvSpPr>
        <p:spPr>
          <a:xfrm>
            <a:off x="4319044" y="2987936"/>
            <a:ext cx="1456833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512, 28</a:t>
            </a: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73386DD8-B818-101A-C689-19B569D0A76D}"/>
              </a:ext>
            </a:extLst>
          </p:cNvPr>
          <p:cNvSpPr txBox="1"/>
          <p:nvPr/>
        </p:nvSpPr>
        <p:spPr>
          <a:xfrm>
            <a:off x="4623707" y="3374785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(512, 28, 28)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5" name="连接符: 曲线 304">
            <a:extLst>
              <a:ext uri="{FF2B5EF4-FFF2-40B4-BE49-F238E27FC236}">
                <a16:creationId xmlns:a16="http://schemas.microsoft.com/office/drawing/2014/main" id="{580EF489-62D2-B9A9-E669-B033F2F4A1F6}"/>
              </a:ext>
            </a:extLst>
          </p:cNvPr>
          <p:cNvCxnSpPr>
            <a:cxnSpLocks/>
            <a:stCxn id="263" idx="2"/>
            <a:endCxn id="303" idx="0"/>
          </p:cNvCxnSpPr>
          <p:nvPr/>
        </p:nvCxnSpPr>
        <p:spPr>
          <a:xfrm rot="5400000">
            <a:off x="4972467" y="2906478"/>
            <a:ext cx="156453" cy="646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连接符: 曲线 305">
            <a:extLst>
              <a:ext uri="{FF2B5EF4-FFF2-40B4-BE49-F238E27FC236}">
                <a16:creationId xmlns:a16="http://schemas.microsoft.com/office/drawing/2014/main" id="{48B16C53-3704-3161-7B68-8C310C1ACA8A}"/>
              </a:ext>
            </a:extLst>
          </p:cNvPr>
          <p:cNvCxnSpPr>
            <a:cxnSpLocks/>
            <a:stCxn id="303" idx="2"/>
            <a:endCxn id="304" idx="0"/>
          </p:cNvCxnSpPr>
          <p:nvPr/>
        </p:nvCxnSpPr>
        <p:spPr>
          <a:xfrm rot="16200000" flipH="1">
            <a:off x="4957010" y="3269751"/>
            <a:ext cx="195484" cy="1458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" name="矩形: 圆角 321">
            <a:extLst>
              <a:ext uri="{FF2B5EF4-FFF2-40B4-BE49-F238E27FC236}">
                <a16:creationId xmlns:a16="http://schemas.microsoft.com/office/drawing/2014/main" id="{FC250C15-BA4B-2E95-8CFF-FBDEC0ED7171}"/>
              </a:ext>
            </a:extLst>
          </p:cNvPr>
          <p:cNvSpPr/>
          <p:nvPr/>
        </p:nvSpPr>
        <p:spPr>
          <a:xfrm>
            <a:off x="6580162" y="296728"/>
            <a:ext cx="1657168" cy="6290025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矩形: 圆角 322">
            <a:extLst>
              <a:ext uri="{FF2B5EF4-FFF2-40B4-BE49-F238E27FC236}">
                <a16:creationId xmlns:a16="http://schemas.microsoft.com/office/drawing/2014/main" id="{E3AFE3D8-E4A6-ED4B-20BE-115E090672ED}"/>
              </a:ext>
            </a:extLst>
          </p:cNvPr>
          <p:cNvSpPr/>
          <p:nvPr/>
        </p:nvSpPr>
        <p:spPr>
          <a:xfrm>
            <a:off x="6910159" y="190962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矩形: 圆角 323">
            <a:extLst>
              <a:ext uri="{FF2B5EF4-FFF2-40B4-BE49-F238E27FC236}">
                <a16:creationId xmlns:a16="http://schemas.microsoft.com/office/drawing/2014/main" id="{2BCD430D-57C5-340F-1E31-C8A14DA3D014}"/>
              </a:ext>
            </a:extLst>
          </p:cNvPr>
          <p:cNvSpPr/>
          <p:nvPr/>
        </p:nvSpPr>
        <p:spPr>
          <a:xfrm>
            <a:off x="6719035" y="611596"/>
            <a:ext cx="1442622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BTNK1: 512, 28, 256, 2  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552A53C0-CF9D-C21F-0BB3-C6C358E53734}"/>
              </a:ext>
            </a:extLst>
          </p:cNvPr>
          <p:cNvSpPr txBox="1"/>
          <p:nvPr/>
        </p:nvSpPr>
        <p:spPr>
          <a:xfrm>
            <a:off x="6975209" y="1097442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6" name="矩形: 圆角 325">
            <a:extLst>
              <a:ext uri="{FF2B5EF4-FFF2-40B4-BE49-F238E27FC236}">
                <a16:creationId xmlns:a16="http://schemas.microsoft.com/office/drawing/2014/main" id="{9E239737-6DEB-7AC3-EFA2-6B2C114AFC33}"/>
              </a:ext>
            </a:extLst>
          </p:cNvPr>
          <p:cNvSpPr/>
          <p:nvPr/>
        </p:nvSpPr>
        <p:spPr>
          <a:xfrm>
            <a:off x="6678466" y="1591958"/>
            <a:ext cx="1442622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464CB353-DCDB-93CD-126B-A2408663FDB2}"/>
              </a:ext>
            </a:extLst>
          </p:cNvPr>
          <p:cNvSpPr txBox="1"/>
          <p:nvPr/>
        </p:nvSpPr>
        <p:spPr>
          <a:xfrm>
            <a:off x="6993388" y="200169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" name="矩形: 圆角 327">
            <a:extLst>
              <a:ext uri="{FF2B5EF4-FFF2-40B4-BE49-F238E27FC236}">
                <a16:creationId xmlns:a16="http://schemas.microsoft.com/office/drawing/2014/main" id="{6B267E21-5F07-5C5C-4259-3E57B3EC134E}"/>
              </a:ext>
            </a:extLst>
          </p:cNvPr>
          <p:cNvSpPr/>
          <p:nvPr/>
        </p:nvSpPr>
        <p:spPr>
          <a:xfrm>
            <a:off x="6679932" y="2538140"/>
            <a:ext cx="144115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B5F28F95-3E5D-8BC7-B7A0-4F17E7104396}"/>
              </a:ext>
            </a:extLst>
          </p:cNvPr>
          <p:cNvSpPr txBox="1"/>
          <p:nvPr/>
        </p:nvSpPr>
        <p:spPr>
          <a:xfrm>
            <a:off x="6968325" y="304308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连接符: 曲线 329">
            <a:extLst>
              <a:ext uri="{FF2B5EF4-FFF2-40B4-BE49-F238E27FC236}">
                <a16:creationId xmlns:a16="http://schemas.microsoft.com/office/drawing/2014/main" id="{2D9AB34E-F47E-0712-24DB-8B5301A7F6CF}"/>
              </a:ext>
            </a:extLst>
          </p:cNvPr>
          <p:cNvCxnSpPr>
            <a:cxnSpLocks/>
            <a:stCxn id="324" idx="2"/>
            <a:endCxn id="325" idx="0"/>
          </p:cNvCxnSpPr>
          <p:nvPr/>
        </p:nvCxnSpPr>
        <p:spPr>
          <a:xfrm rot="5400000">
            <a:off x="7279706" y="936801"/>
            <a:ext cx="294481" cy="26800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1" name="连接符: 曲线 330">
            <a:extLst>
              <a:ext uri="{FF2B5EF4-FFF2-40B4-BE49-F238E27FC236}">
                <a16:creationId xmlns:a16="http://schemas.microsoft.com/office/drawing/2014/main" id="{C1456982-939B-005B-DD7C-B18D1BD97C47}"/>
              </a:ext>
            </a:extLst>
          </p:cNvPr>
          <p:cNvCxnSpPr>
            <a:cxnSpLocks/>
            <a:endCxn id="326" idx="0"/>
          </p:cNvCxnSpPr>
          <p:nvPr/>
        </p:nvCxnSpPr>
        <p:spPr>
          <a:xfrm rot="5400000">
            <a:off x="7302262" y="1480674"/>
            <a:ext cx="208800" cy="13769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连接符: 曲线 331">
            <a:extLst>
              <a:ext uri="{FF2B5EF4-FFF2-40B4-BE49-F238E27FC236}">
                <a16:creationId xmlns:a16="http://schemas.microsoft.com/office/drawing/2014/main" id="{85959DD5-2260-BFD6-6170-387410FE68ED}"/>
              </a:ext>
            </a:extLst>
          </p:cNvPr>
          <p:cNvCxnSpPr>
            <a:cxnSpLocks/>
            <a:stCxn id="327" idx="2"/>
            <a:endCxn id="328" idx="0"/>
          </p:cNvCxnSpPr>
          <p:nvPr/>
        </p:nvCxnSpPr>
        <p:spPr>
          <a:xfrm rot="5400000">
            <a:off x="7275515" y="2381929"/>
            <a:ext cx="281207" cy="31215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连接符: 曲线 332">
            <a:extLst>
              <a:ext uri="{FF2B5EF4-FFF2-40B4-BE49-F238E27FC236}">
                <a16:creationId xmlns:a16="http://schemas.microsoft.com/office/drawing/2014/main" id="{62A4DA8A-1E9F-0EE0-815E-F556DFF73327}"/>
              </a:ext>
            </a:extLst>
          </p:cNvPr>
          <p:cNvCxnSpPr>
            <a:cxnSpLocks/>
            <a:stCxn id="326" idx="2"/>
            <a:endCxn id="327" idx="0"/>
          </p:cNvCxnSpPr>
          <p:nvPr/>
        </p:nvCxnSpPr>
        <p:spPr>
          <a:xfrm rot="16200000" flipH="1">
            <a:off x="7306564" y="1876536"/>
            <a:ext cx="218374" cy="3194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4" name="连接符: 曲线 333">
            <a:extLst>
              <a:ext uri="{FF2B5EF4-FFF2-40B4-BE49-F238E27FC236}">
                <a16:creationId xmlns:a16="http://schemas.microsoft.com/office/drawing/2014/main" id="{72E9F819-5BD4-F77C-8882-06DD9C4C04FB}"/>
              </a:ext>
            </a:extLst>
          </p:cNvPr>
          <p:cNvCxnSpPr>
            <a:cxnSpLocks/>
            <a:stCxn id="328" idx="2"/>
            <a:endCxn id="329" idx="0"/>
          </p:cNvCxnSpPr>
          <p:nvPr/>
        </p:nvCxnSpPr>
        <p:spPr>
          <a:xfrm rot="16200000" flipH="1">
            <a:off x="7246795" y="2883220"/>
            <a:ext cx="313582" cy="615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B66F4F1B-72CC-0EC6-1B63-01B808380099}"/>
              </a:ext>
            </a:extLst>
          </p:cNvPr>
          <p:cNvSpPr/>
          <p:nvPr/>
        </p:nvSpPr>
        <p:spPr>
          <a:xfrm>
            <a:off x="6678466" y="3551569"/>
            <a:ext cx="144115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3C807234-4836-E4B8-7528-CE6E5DDD8FD1}"/>
              </a:ext>
            </a:extLst>
          </p:cNvPr>
          <p:cNvSpPr txBox="1"/>
          <p:nvPr/>
        </p:nvSpPr>
        <p:spPr>
          <a:xfrm>
            <a:off x="6997029" y="4035711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7" name="连接符: 曲线 336">
            <a:extLst>
              <a:ext uri="{FF2B5EF4-FFF2-40B4-BE49-F238E27FC236}">
                <a16:creationId xmlns:a16="http://schemas.microsoft.com/office/drawing/2014/main" id="{67CABBC2-8987-0567-E812-7A2D07D04E72}"/>
              </a:ext>
            </a:extLst>
          </p:cNvPr>
          <p:cNvCxnSpPr>
            <a:cxnSpLocks/>
            <a:stCxn id="329" idx="2"/>
            <a:endCxn id="335" idx="0"/>
          </p:cNvCxnSpPr>
          <p:nvPr/>
        </p:nvCxnSpPr>
        <p:spPr>
          <a:xfrm rot="5400000">
            <a:off x="7276230" y="3421137"/>
            <a:ext cx="253246" cy="761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连接符: 曲线 337">
            <a:extLst>
              <a:ext uri="{FF2B5EF4-FFF2-40B4-BE49-F238E27FC236}">
                <a16:creationId xmlns:a16="http://schemas.microsoft.com/office/drawing/2014/main" id="{D4DF31CB-388F-AA42-6E73-ECAAA2871821}"/>
              </a:ext>
            </a:extLst>
          </p:cNvPr>
          <p:cNvCxnSpPr>
            <a:cxnSpLocks/>
            <a:stCxn id="335" idx="2"/>
            <a:endCxn id="336" idx="0"/>
          </p:cNvCxnSpPr>
          <p:nvPr/>
        </p:nvCxnSpPr>
        <p:spPr>
          <a:xfrm rot="16200000" flipH="1">
            <a:off x="7270817" y="3871161"/>
            <a:ext cx="292777" cy="3632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连接符: 曲线 340">
            <a:extLst>
              <a:ext uri="{FF2B5EF4-FFF2-40B4-BE49-F238E27FC236}">
                <a16:creationId xmlns:a16="http://schemas.microsoft.com/office/drawing/2014/main" id="{9F50257B-C7C1-BB45-2129-FBD23B1E7207}"/>
              </a:ext>
            </a:extLst>
          </p:cNvPr>
          <p:cNvCxnSpPr>
            <a:cxnSpLocks/>
            <a:stCxn id="304" idx="3"/>
            <a:endCxn id="324" idx="1"/>
          </p:cNvCxnSpPr>
          <p:nvPr/>
        </p:nvCxnSpPr>
        <p:spPr>
          <a:xfrm flipV="1">
            <a:off x="5500380" y="707279"/>
            <a:ext cx="1218655" cy="2795124"/>
          </a:xfrm>
          <a:prstGeom prst="curvedConnector3">
            <a:avLst>
              <a:gd name="adj1" fmla="val 55699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8" name="矩形: 圆角 427">
            <a:extLst>
              <a:ext uri="{FF2B5EF4-FFF2-40B4-BE49-F238E27FC236}">
                <a16:creationId xmlns:a16="http://schemas.microsoft.com/office/drawing/2014/main" id="{BC9642CC-2C99-B322-D99F-1C456B8659F0}"/>
              </a:ext>
            </a:extLst>
          </p:cNvPr>
          <p:cNvSpPr/>
          <p:nvPr/>
        </p:nvSpPr>
        <p:spPr>
          <a:xfrm>
            <a:off x="6670673" y="4557834"/>
            <a:ext cx="144115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5526567B-E6B9-CCAC-F5CB-609792B88098}"/>
              </a:ext>
            </a:extLst>
          </p:cNvPr>
          <p:cNvSpPr txBox="1"/>
          <p:nvPr/>
        </p:nvSpPr>
        <p:spPr>
          <a:xfrm>
            <a:off x="6974477" y="5042461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0" name="连接符: 曲线 429">
            <a:extLst>
              <a:ext uri="{FF2B5EF4-FFF2-40B4-BE49-F238E27FC236}">
                <a16:creationId xmlns:a16="http://schemas.microsoft.com/office/drawing/2014/main" id="{5A93BCB7-D41D-1168-709D-70E1C8860212}"/>
              </a:ext>
            </a:extLst>
          </p:cNvPr>
          <p:cNvCxnSpPr>
            <a:cxnSpLocks/>
            <a:stCxn id="428" idx="2"/>
            <a:endCxn id="429" idx="0"/>
          </p:cNvCxnSpPr>
          <p:nvPr/>
        </p:nvCxnSpPr>
        <p:spPr>
          <a:xfrm rot="16200000" flipH="1">
            <a:off x="7255401" y="4885048"/>
            <a:ext cx="293262" cy="2156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1" name="矩形: 圆角 430">
            <a:extLst>
              <a:ext uri="{FF2B5EF4-FFF2-40B4-BE49-F238E27FC236}">
                <a16:creationId xmlns:a16="http://schemas.microsoft.com/office/drawing/2014/main" id="{42F516C4-D662-BEDB-A7A8-125CAAD77195}"/>
              </a:ext>
            </a:extLst>
          </p:cNvPr>
          <p:cNvSpPr/>
          <p:nvPr/>
        </p:nvSpPr>
        <p:spPr>
          <a:xfrm>
            <a:off x="6670673" y="5561104"/>
            <a:ext cx="144115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ADDA6553-CB38-1CB1-6D3E-869D6F518665}"/>
              </a:ext>
            </a:extLst>
          </p:cNvPr>
          <p:cNvSpPr txBox="1"/>
          <p:nvPr/>
        </p:nvSpPr>
        <p:spPr>
          <a:xfrm>
            <a:off x="7003181" y="6106205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3" name="连接符: 曲线 432">
            <a:extLst>
              <a:ext uri="{FF2B5EF4-FFF2-40B4-BE49-F238E27FC236}">
                <a16:creationId xmlns:a16="http://schemas.microsoft.com/office/drawing/2014/main" id="{C8066C91-28E7-4E66-2617-90693763DD36}"/>
              </a:ext>
            </a:extLst>
          </p:cNvPr>
          <p:cNvCxnSpPr>
            <a:cxnSpLocks/>
            <a:stCxn id="429" idx="2"/>
            <a:endCxn id="431" idx="0"/>
          </p:cNvCxnSpPr>
          <p:nvPr/>
        </p:nvCxnSpPr>
        <p:spPr>
          <a:xfrm rot="5400000">
            <a:off x="7270330" y="5418619"/>
            <a:ext cx="263407" cy="2156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4" name="连接符: 曲线 433">
            <a:extLst>
              <a:ext uri="{FF2B5EF4-FFF2-40B4-BE49-F238E27FC236}">
                <a16:creationId xmlns:a16="http://schemas.microsoft.com/office/drawing/2014/main" id="{2A1DF357-10CF-71DB-0D49-94343E84DC33}"/>
              </a:ext>
            </a:extLst>
          </p:cNvPr>
          <p:cNvCxnSpPr>
            <a:cxnSpLocks/>
            <a:stCxn id="431" idx="2"/>
            <a:endCxn id="432" idx="0"/>
          </p:cNvCxnSpPr>
          <p:nvPr/>
        </p:nvCxnSpPr>
        <p:spPr>
          <a:xfrm rot="16200000" flipH="1">
            <a:off x="7239516" y="5904203"/>
            <a:ext cx="353736" cy="50267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5" name="连接符: 曲线 434">
            <a:extLst>
              <a:ext uri="{FF2B5EF4-FFF2-40B4-BE49-F238E27FC236}">
                <a16:creationId xmlns:a16="http://schemas.microsoft.com/office/drawing/2014/main" id="{EE6810F6-D8F7-60D7-E856-DF9C700B2FA0}"/>
              </a:ext>
            </a:extLst>
          </p:cNvPr>
          <p:cNvCxnSpPr>
            <a:cxnSpLocks/>
            <a:stCxn id="336" idx="2"/>
            <a:endCxn id="428" idx="0"/>
          </p:cNvCxnSpPr>
          <p:nvPr/>
        </p:nvCxnSpPr>
        <p:spPr>
          <a:xfrm rot="5400000">
            <a:off x="7279866" y="4402333"/>
            <a:ext cx="266887" cy="44115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6000F679-43F8-44A8-9FDB-05EDADA32661}"/>
              </a:ext>
            </a:extLst>
          </p:cNvPr>
          <p:cNvSpPr/>
          <p:nvPr/>
        </p:nvSpPr>
        <p:spPr>
          <a:xfrm>
            <a:off x="4197465" y="4059860"/>
            <a:ext cx="1678331" cy="2541538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矩形: 圆角 450">
            <a:extLst>
              <a:ext uri="{FF2B5EF4-FFF2-40B4-BE49-F238E27FC236}">
                <a16:creationId xmlns:a16="http://schemas.microsoft.com/office/drawing/2014/main" id="{281FAE88-EC0B-BEE0-9E75-028821704B07}"/>
              </a:ext>
            </a:extLst>
          </p:cNvPr>
          <p:cNvSpPr/>
          <p:nvPr/>
        </p:nvSpPr>
        <p:spPr>
          <a:xfrm>
            <a:off x="4518317" y="3943095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4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矩形: 圆角 451">
            <a:extLst>
              <a:ext uri="{FF2B5EF4-FFF2-40B4-BE49-F238E27FC236}">
                <a16:creationId xmlns:a16="http://schemas.microsoft.com/office/drawing/2014/main" id="{114DA0BB-3E29-38A0-A557-145AC535AC7F}"/>
              </a:ext>
            </a:extLst>
          </p:cNvPr>
          <p:cNvSpPr/>
          <p:nvPr/>
        </p:nvSpPr>
        <p:spPr>
          <a:xfrm>
            <a:off x="4290563" y="4394531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BTNK1: 1024, 14, 512, 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FA1E2307-7183-F332-A0CE-0A0348C220FD}"/>
              </a:ext>
            </a:extLst>
          </p:cNvPr>
          <p:cNvSpPr txBox="1"/>
          <p:nvPr/>
        </p:nvSpPr>
        <p:spPr>
          <a:xfrm>
            <a:off x="4583452" y="4748660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(2048, 7, 7)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矩形: 圆角 453">
            <a:extLst>
              <a:ext uri="{FF2B5EF4-FFF2-40B4-BE49-F238E27FC236}">
                <a16:creationId xmlns:a16="http://schemas.microsoft.com/office/drawing/2014/main" id="{48750CBB-2AF9-667E-E2DC-8351C122F02F}"/>
              </a:ext>
            </a:extLst>
          </p:cNvPr>
          <p:cNvSpPr/>
          <p:nvPr/>
        </p:nvSpPr>
        <p:spPr>
          <a:xfrm>
            <a:off x="4286426" y="5181853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2048, 7</a:t>
            </a:r>
          </a:p>
        </p:txBody>
      </p:sp>
      <p:sp>
        <p:nvSpPr>
          <p:cNvPr id="455" name="文本框 454">
            <a:extLst>
              <a:ext uri="{FF2B5EF4-FFF2-40B4-BE49-F238E27FC236}">
                <a16:creationId xmlns:a16="http://schemas.microsoft.com/office/drawing/2014/main" id="{5BC6D3AA-4186-1C34-E245-FFD3F73EAAE5}"/>
              </a:ext>
            </a:extLst>
          </p:cNvPr>
          <p:cNvSpPr txBox="1"/>
          <p:nvPr/>
        </p:nvSpPr>
        <p:spPr>
          <a:xfrm>
            <a:off x="4576642" y="5521548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(2048, 7, 7)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6" name="矩形: 圆角 455">
            <a:extLst>
              <a:ext uri="{FF2B5EF4-FFF2-40B4-BE49-F238E27FC236}">
                <a16:creationId xmlns:a16="http://schemas.microsoft.com/office/drawing/2014/main" id="{745B2208-A21A-70B2-66E8-C79F5749609A}"/>
              </a:ext>
            </a:extLst>
          </p:cNvPr>
          <p:cNvSpPr/>
          <p:nvPr/>
        </p:nvSpPr>
        <p:spPr>
          <a:xfrm>
            <a:off x="4288184" y="5930674"/>
            <a:ext cx="152612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2048, 7</a:t>
            </a:r>
          </a:p>
        </p:txBody>
      </p:sp>
      <p:sp>
        <p:nvSpPr>
          <p:cNvPr id="457" name="文本框 456">
            <a:extLst>
              <a:ext uri="{FF2B5EF4-FFF2-40B4-BE49-F238E27FC236}">
                <a16:creationId xmlns:a16="http://schemas.microsoft.com/office/drawing/2014/main" id="{2B72A71A-D8EE-6435-B28B-F9064A60BD4A}"/>
              </a:ext>
            </a:extLst>
          </p:cNvPr>
          <p:cNvSpPr txBox="1"/>
          <p:nvPr/>
        </p:nvSpPr>
        <p:spPr>
          <a:xfrm>
            <a:off x="4575331" y="633151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(2048, 7, 7)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8" name="连接符: 曲线 457">
            <a:extLst>
              <a:ext uri="{FF2B5EF4-FFF2-40B4-BE49-F238E27FC236}">
                <a16:creationId xmlns:a16="http://schemas.microsoft.com/office/drawing/2014/main" id="{64F0AF07-D8BC-7057-80BE-0C331D3659FD}"/>
              </a:ext>
            </a:extLst>
          </p:cNvPr>
          <p:cNvCxnSpPr>
            <a:cxnSpLocks/>
            <a:stCxn id="452" idx="2"/>
            <a:endCxn id="453" idx="0"/>
          </p:cNvCxnSpPr>
          <p:nvPr/>
        </p:nvCxnSpPr>
        <p:spPr>
          <a:xfrm rot="5400000">
            <a:off x="4956714" y="4650972"/>
            <a:ext cx="162764" cy="32613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9" name="连接符: 曲线 458">
            <a:extLst>
              <a:ext uri="{FF2B5EF4-FFF2-40B4-BE49-F238E27FC236}">
                <a16:creationId xmlns:a16="http://schemas.microsoft.com/office/drawing/2014/main" id="{34D59E9A-B626-01C8-243B-801AA40E2A46}"/>
              </a:ext>
            </a:extLst>
          </p:cNvPr>
          <p:cNvCxnSpPr>
            <a:cxnSpLocks/>
            <a:stCxn id="453" idx="2"/>
            <a:endCxn id="454" idx="0"/>
          </p:cNvCxnSpPr>
          <p:nvPr/>
        </p:nvCxnSpPr>
        <p:spPr>
          <a:xfrm rot="16200000" flipH="1">
            <a:off x="4947049" y="5078636"/>
            <a:ext cx="177957" cy="2847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" name="连接符: 曲线 459">
            <a:extLst>
              <a:ext uri="{FF2B5EF4-FFF2-40B4-BE49-F238E27FC236}">
                <a16:creationId xmlns:a16="http://schemas.microsoft.com/office/drawing/2014/main" id="{AD2335A7-8B0B-89D5-CEB3-D350A39CAC50}"/>
              </a:ext>
            </a:extLst>
          </p:cNvPr>
          <p:cNvCxnSpPr>
            <a:cxnSpLocks/>
            <a:stCxn id="455" idx="2"/>
            <a:endCxn id="456" idx="0"/>
          </p:cNvCxnSpPr>
          <p:nvPr/>
        </p:nvCxnSpPr>
        <p:spPr>
          <a:xfrm rot="16200000" flipH="1">
            <a:off x="4956168" y="5835595"/>
            <a:ext cx="153890" cy="3626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1" name="连接符: 曲线 460">
            <a:extLst>
              <a:ext uri="{FF2B5EF4-FFF2-40B4-BE49-F238E27FC236}">
                <a16:creationId xmlns:a16="http://schemas.microsoft.com/office/drawing/2014/main" id="{D958FF2C-3B9A-CAE4-823F-0A2FA39C54F6}"/>
              </a:ext>
            </a:extLst>
          </p:cNvPr>
          <p:cNvCxnSpPr>
            <a:cxnSpLocks/>
            <a:stCxn id="454" idx="2"/>
            <a:endCxn id="455" idx="0"/>
          </p:cNvCxnSpPr>
          <p:nvPr/>
        </p:nvCxnSpPr>
        <p:spPr>
          <a:xfrm rot="5400000">
            <a:off x="4958457" y="5429740"/>
            <a:ext cx="148330" cy="3528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2" name="连接符: 曲线 461">
            <a:extLst>
              <a:ext uri="{FF2B5EF4-FFF2-40B4-BE49-F238E27FC236}">
                <a16:creationId xmlns:a16="http://schemas.microsoft.com/office/drawing/2014/main" id="{459EC46F-CA40-7883-2029-986C59774A91}"/>
              </a:ext>
            </a:extLst>
          </p:cNvPr>
          <p:cNvCxnSpPr>
            <a:cxnSpLocks/>
            <a:stCxn id="456" idx="2"/>
            <a:endCxn id="457" idx="0"/>
          </p:cNvCxnSpPr>
          <p:nvPr/>
        </p:nvCxnSpPr>
        <p:spPr>
          <a:xfrm rot="5400000">
            <a:off x="4927719" y="6207989"/>
            <a:ext cx="209478" cy="37579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8" name="矩形: 圆角 467">
            <a:extLst>
              <a:ext uri="{FF2B5EF4-FFF2-40B4-BE49-F238E27FC236}">
                <a16:creationId xmlns:a16="http://schemas.microsoft.com/office/drawing/2014/main" id="{989AD0C3-8CA4-6601-C8E4-148DCE9973F3}"/>
              </a:ext>
            </a:extLst>
          </p:cNvPr>
          <p:cNvSpPr/>
          <p:nvPr/>
        </p:nvSpPr>
        <p:spPr>
          <a:xfrm>
            <a:off x="8982710" y="296729"/>
            <a:ext cx="2987040" cy="2853802"/>
          </a:xfrm>
          <a:prstGeom prst="roundRect">
            <a:avLst/>
          </a:prstGeom>
          <a:noFill/>
          <a:ln w="25400">
            <a:solidFill>
              <a:srgbClr val="FFDA9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: 圆角 468">
            <a:extLst>
              <a:ext uri="{FF2B5EF4-FFF2-40B4-BE49-F238E27FC236}">
                <a16:creationId xmlns:a16="http://schemas.microsoft.com/office/drawing/2014/main" id="{B376E7EF-40D6-4B6A-A7FF-FCDC8DDBAA57}"/>
              </a:ext>
            </a:extLst>
          </p:cNvPr>
          <p:cNvSpPr/>
          <p:nvPr/>
        </p:nvSpPr>
        <p:spPr>
          <a:xfrm>
            <a:off x="9473243" y="186058"/>
            <a:ext cx="2045651" cy="28290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BF59A45-C895-4395-0184-63E6AA905203}"/>
              </a:ext>
            </a:extLst>
          </p:cNvPr>
          <p:cNvSpPr/>
          <p:nvPr/>
        </p:nvSpPr>
        <p:spPr>
          <a:xfrm>
            <a:off x="9113110" y="1214015"/>
            <a:ext cx="128988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1×1, 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87A7500D-8014-9948-E41C-8A74DFDAF8AC}"/>
              </a:ext>
            </a:extLst>
          </p:cNvPr>
          <p:cNvSpPr/>
          <p:nvPr/>
        </p:nvSpPr>
        <p:spPr>
          <a:xfrm>
            <a:off x="9113109" y="1764488"/>
            <a:ext cx="1289884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8AC7982-56A7-1D45-F9CC-C5B7D66EBBF9}"/>
              </a:ext>
            </a:extLst>
          </p:cNvPr>
          <p:cNvSpPr/>
          <p:nvPr/>
        </p:nvSpPr>
        <p:spPr>
          <a:xfrm>
            <a:off x="9113108" y="2291625"/>
            <a:ext cx="132275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A2F54275-20CD-47D3-F26D-E238B37DBC45}"/>
              </a:ext>
            </a:extLst>
          </p:cNvPr>
          <p:cNvSpPr txBox="1"/>
          <p:nvPr/>
        </p:nvSpPr>
        <p:spPr>
          <a:xfrm>
            <a:off x="10070439" y="668348"/>
            <a:ext cx="811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W, 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6" name="文本框 475">
            <a:extLst>
              <a:ext uri="{FF2B5EF4-FFF2-40B4-BE49-F238E27FC236}">
                <a16:creationId xmlns:a16="http://schemas.microsoft.com/office/drawing/2014/main" id="{BC7298E3-2095-93C3-9A8D-8121E36CB8A1}"/>
              </a:ext>
            </a:extLst>
          </p:cNvPr>
          <p:cNvSpPr txBox="1"/>
          <p:nvPr/>
        </p:nvSpPr>
        <p:spPr>
          <a:xfrm>
            <a:off x="9831288" y="2853789"/>
            <a:ext cx="1289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(C,W,W)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7" name="矩形: 圆角 476">
            <a:extLst>
              <a:ext uri="{FF2B5EF4-FFF2-40B4-BE49-F238E27FC236}">
                <a16:creationId xmlns:a16="http://schemas.microsoft.com/office/drawing/2014/main" id="{F456363F-CB36-063D-A7CC-A3D4D401737C}"/>
              </a:ext>
            </a:extLst>
          </p:cNvPr>
          <p:cNvSpPr/>
          <p:nvPr/>
        </p:nvSpPr>
        <p:spPr>
          <a:xfrm>
            <a:off x="8981440" y="3813484"/>
            <a:ext cx="2988310" cy="2773269"/>
          </a:xfrm>
          <a:prstGeom prst="roundRect">
            <a:avLst/>
          </a:prstGeom>
          <a:noFill/>
          <a:ln w="25400">
            <a:solidFill>
              <a:srgbClr val="FFDA9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: 圆角 477">
            <a:extLst>
              <a:ext uri="{FF2B5EF4-FFF2-40B4-BE49-F238E27FC236}">
                <a16:creationId xmlns:a16="http://schemas.microsoft.com/office/drawing/2014/main" id="{F19FFE6B-1E44-05FF-E538-540FACB9ABDA}"/>
              </a:ext>
            </a:extLst>
          </p:cNvPr>
          <p:cNvSpPr/>
          <p:nvPr/>
        </p:nvSpPr>
        <p:spPr>
          <a:xfrm>
            <a:off x="9733471" y="3635843"/>
            <a:ext cx="1473129" cy="321499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C, W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EE1340EF-375D-08D7-F8AA-301D761F5AB1}"/>
              </a:ext>
            </a:extLst>
          </p:cNvPr>
          <p:cNvSpPr/>
          <p:nvPr/>
        </p:nvSpPr>
        <p:spPr>
          <a:xfrm>
            <a:off x="9168027" y="4590190"/>
            <a:ext cx="1363118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1×1,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C/4,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BN, RELU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CBE5190D-FC10-CE12-6DFB-B592BA94E17C}"/>
              </a:ext>
            </a:extLst>
          </p:cNvPr>
          <p:cNvSpPr/>
          <p:nvPr/>
        </p:nvSpPr>
        <p:spPr>
          <a:xfrm>
            <a:off x="9168026" y="5140663"/>
            <a:ext cx="1363120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3×3,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C/4,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BN, RELU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" name="矩形 480">
            <a:extLst>
              <a:ext uri="{FF2B5EF4-FFF2-40B4-BE49-F238E27FC236}">
                <a16:creationId xmlns:a16="http://schemas.microsoft.com/office/drawing/2014/main" id="{4AFC2087-3E46-E25E-208C-29EEC3AD6854}"/>
              </a:ext>
            </a:extLst>
          </p:cNvPr>
          <p:cNvSpPr/>
          <p:nvPr/>
        </p:nvSpPr>
        <p:spPr>
          <a:xfrm>
            <a:off x="9173816" y="5667800"/>
            <a:ext cx="1375950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1×1,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1E7B9C2B-255F-8C74-40F3-660600809E20}"/>
              </a:ext>
            </a:extLst>
          </p:cNvPr>
          <p:cNvSpPr/>
          <p:nvPr/>
        </p:nvSpPr>
        <p:spPr>
          <a:xfrm>
            <a:off x="11010281" y="4949531"/>
            <a:ext cx="694381" cy="2205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" name="文本框 482">
            <a:extLst>
              <a:ext uri="{FF2B5EF4-FFF2-40B4-BE49-F238E27FC236}">
                <a16:creationId xmlns:a16="http://schemas.microsoft.com/office/drawing/2014/main" id="{541BD95E-6AF2-FEF6-D7DE-DACC4306367D}"/>
              </a:ext>
            </a:extLst>
          </p:cNvPr>
          <p:cNvSpPr txBox="1"/>
          <p:nvPr/>
        </p:nvSpPr>
        <p:spPr>
          <a:xfrm>
            <a:off x="10058193" y="4036104"/>
            <a:ext cx="811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 W, 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文本框 483">
            <a:extLst>
              <a:ext uri="{FF2B5EF4-FFF2-40B4-BE49-F238E27FC236}">
                <a16:creationId xmlns:a16="http://schemas.microsoft.com/office/drawing/2014/main" id="{F7A46389-9E59-0DFD-E873-9D16ED2B8D53}"/>
              </a:ext>
            </a:extLst>
          </p:cNvPr>
          <p:cNvSpPr txBox="1"/>
          <p:nvPr/>
        </p:nvSpPr>
        <p:spPr>
          <a:xfrm>
            <a:off x="9819042" y="6218403"/>
            <a:ext cx="1289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 W, 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5" name="连接符: 曲线 484">
            <a:extLst>
              <a:ext uri="{FF2B5EF4-FFF2-40B4-BE49-F238E27FC236}">
                <a16:creationId xmlns:a16="http://schemas.microsoft.com/office/drawing/2014/main" id="{597812E8-5E68-E177-828F-B4539DEA1AD8}"/>
              </a:ext>
            </a:extLst>
          </p:cNvPr>
          <p:cNvCxnSpPr>
            <a:cxnSpLocks/>
            <a:stCxn id="470" idx="2"/>
            <a:endCxn id="471" idx="0"/>
          </p:cNvCxnSpPr>
          <p:nvPr/>
        </p:nvCxnSpPr>
        <p:spPr>
          <a:xfrm rot="5400000">
            <a:off x="9653957" y="1660393"/>
            <a:ext cx="208189" cy="12700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6" name="连接符: 曲线 485">
            <a:extLst>
              <a:ext uri="{FF2B5EF4-FFF2-40B4-BE49-F238E27FC236}">
                <a16:creationId xmlns:a16="http://schemas.microsoft.com/office/drawing/2014/main" id="{0383BE55-3BF4-6AF2-D52B-17E5023FF3DA}"/>
              </a:ext>
            </a:extLst>
          </p:cNvPr>
          <p:cNvCxnSpPr>
            <a:cxnSpLocks/>
            <a:stCxn id="471" idx="2"/>
            <a:endCxn id="472" idx="0"/>
          </p:cNvCxnSpPr>
          <p:nvPr/>
        </p:nvCxnSpPr>
        <p:spPr>
          <a:xfrm rot="16200000" flipH="1">
            <a:off x="9673841" y="2190981"/>
            <a:ext cx="184853" cy="16433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连接符: 曲线 488">
            <a:extLst>
              <a:ext uri="{FF2B5EF4-FFF2-40B4-BE49-F238E27FC236}">
                <a16:creationId xmlns:a16="http://schemas.microsoft.com/office/drawing/2014/main" id="{75FC8549-C2B4-51FA-5D49-A1693DB8DA3B}"/>
              </a:ext>
            </a:extLst>
          </p:cNvPr>
          <p:cNvCxnSpPr>
            <a:cxnSpLocks/>
            <a:stCxn id="475" idx="2"/>
            <a:endCxn id="470" idx="0"/>
          </p:cNvCxnSpPr>
          <p:nvPr/>
        </p:nvCxnSpPr>
        <p:spPr>
          <a:xfrm rot="5400000">
            <a:off x="9967418" y="705203"/>
            <a:ext cx="299446" cy="718179"/>
          </a:xfrm>
          <a:prstGeom prst="curvedConnector3">
            <a:avLst>
              <a:gd name="adj1" fmla="val 22855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连接符: 曲线 490">
            <a:extLst>
              <a:ext uri="{FF2B5EF4-FFF2-40B4-BE49-F238E27FC236}">
                <a16:creationId xmlns:a16="http://schemas.microsoft.com/office/drawing/2014/main" id="{0711CDF3-E5E9-5622-740D-7D0E7779F22F}"/>
              </a:ext>
            </a:extLst>
          </p:cNvPr>
          <p:cNvCxnSpPr>
            <a:cxnSpLocks/>
            <a:stCxn id="472" idx="2"/>
            <a:endCxn id="476" idx="0"/>
          </p:cNvCxnSpPr>
          <p:nvPr/>
        </p:nvCxnSpPr>
        <p:spPr>
          <a:xfrm rot="16200000" flipH="1">
            <a:off x="10015417" y="2392976"/>
            <a:ext cx="219880" cy="70174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2" name="连接符: 曲线 491">
            <a:extLst>
              <a:ext uri="{FF2B5EF4-FFF2-40B4-BE49-F238E27FC236}">
                <a16:creationId xmlns:a16="http://schemas.microsoft.com/office/drawing/2014/main" id="{8C696431-2D8E-49D2-15AA-1D4B1C5BB284}"/>
              </a:ext>
            </a:extLst>
          </p:cNvPr>
          <p:cNvCxnSpPr>
            <a:cxnSpLocks/>
            <a:stCxn id="479" idx="2"/>
            <a:endCxn id="480" idx="0"/>
          </p:cNvCxnSpPr>
          <p:nvPr/>
        </p:nvCxnSpPr>
        <p:spPr>
          <a:xfrm rot="5400000">
            <a:off x="9745492" y="5036568"/>
            <a:ext cx="208189" cy="12700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连接符: 曲线 492">
            <a:extLst>
              <a:ext uri="{FF2B5EF4-FFF2-40B4-BE49-F238E27FC236}">
                <a16:creationId xmlns:a16="http://schemas.microsoft.com/office/drawing/2014/main" id="{AC1BF9E5-0737-EA6C-7210-B89E0C26980C}"/>
              </a:ext>
            </a:extLst>
          </p:cNvPr>
          <p:cNvCxnSpPr>
            <a:cxnSpLocks/>
            <a:stCxn id="480" idx="2"/>
            <a:endCxn id="481" idx="0"/>
          </p:cNvCxnSpPr>
          <p:nvPr/>
        </p:nvCxnSpPr>
        <p:spPr>
          <a:xfrm rot="16200000" flipH="1">
            <a:off x="9763262" y="5569270"/>
            <a:ext cx="184853" cy="12205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4" name="连接符: 曲线 493">
            <a:extLst>
              <a:ext uri="{FF2B5EF4-FFF2-40B4-BE49-F238E27FC236}">
                <a16:creationId xmlns:a16="http://schemas.microsoft.com/office/drawing/2014/main" id="{2EDAD1C7-EDE9-AB68-F1B4-C475DAFEA007}"/>
              </a:ext>
            </a:extLst>
          </p:cNvPr>
          <p:cNvCxnSpPr>
            <a:cxnSpLocks/>
            <a:stCxn id="481" idx="3"/>
            <a:endCxn id="482" idx="1"/>
          </p:cNvCxnSpPr>
          <p:nvPr/>
        </p:nvCxnSpPr>
        <p:spPr>
          <a:xfrm flipV="1">
            <a:off x="10549766" y="5059813"/>
            <a:ext cx="460515" cy="779129"/>
          </a:xfrm>
          <a:prstGeom prst="curvedConnector3">
            <a:avLst>
              <a:gd name="adj1" fmla="val 36763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5" name="连接符: 曲线 494">
            <a:extLst>
              <a:ext uri="{FF2B5EF4-FFF2-40B4-BE49-F238E27FC236}">
                <a16:creationId xmlns:a16="http://schemas.microsoft.com/office/drawing/2014/main" id="{10368BEC-8BDE-BF12-EA97-5716D9FAF004}"/>
              </a:ext>
            </a:extLst>
          </p:cNvPr>
          <p:cNvCxnSpPr>
            <a:cxnSpLocks/>
            <a:stCxn id="483" idx="2"/>
            <a:endCxn id="479" idx="0"/>
          </p:cNvCxnSpPr>
          <p:nvPr/>
        </p:nvCxnSpPr>
        <p:spPr>
          <a:xfrm rot="5400000">
            <a:off x="10002853" y="4129058"/>
            <a:ext cx="307865" cy="614398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6" name="连接符: 曲线 495">
            <a:extLst>
              <a:ext uri="{FF2B5EF4-FFF2-40B4-BE49-F238E27FC236}">
                <a16:creationId xmlns:a16="http://schemas.microsoft.com/office/drawing/2014/main" id="{E0F61118-D56F-4635-16A9-13FEDC21EFE1}"/>
              </a:ext>
            </a:extLst>
          </p:cNvPr>
          <p:cNvCxnSpPr>
            <a:cxnSpLocks/>
            <a:stCxn id="483" idx="2"/>
            <a:endCxn id="482" idx="0"/>
          </p:cNvCxnSpPr>
          <p:nvPr/>
        </p:nvCxnSpPr>
        <p:spPr>
          <a:xfrm rot="16200000" flipH="1">
            <a:off x="10577125" y="4169184"/>
            <a:ext cx="667206" cy="893488"/>
          </a:xfrm>
          <a:prstGeom prst="curvedConnector3">
            <a:avLst>
              <a:gd name="adj1" fmla="val 24113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7" name="连接符: 曲线 496">
            <a:extLst>
              <a:ext uri="{FF2B5EF4-FFF2-40B4-BE49-F238E27FC236}">
                <a16:creationId xmlns:a16="http://schemas.microsoft.com/office/drawing/2014/main" id="{C6E771BA-6998-6111-D823-C5DFF32210E2}"/>
              </a:ext>
            </a:extLst>
          </p:cNvPr>
          <p:cNvCxnSpPr>
            <a:cxnSpLocks/>
            <a:stCxn id="482" idx="2"/>
            <a:endCxn id="484" idx="0"/>
          </p:cNvCxnSpPr>
          <p:nvPr/>
        </p:nvCxnSpPr>
        <p:spPr>
          <a:xfrm rot="5400000">
            <a:off x="10386574" y="5247504"/>
            <a:ext cx="1048309" cy="893488"/>
          </a:xfrm>
          <a:prstGeom prst="curvedConnector3">
            <a:avLst>
              <a:gd name="adj1" fmla="val 88767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8" name="连接符: 曲线 507">
            <a:extLst>
              <a:ext uri="{FF2B5EF4-FFF2-40B4-BE49-F238E27FC236}">
                <a16:creationId xmlns:a16="http://schemas.microsoft.com/office/drawing/2014/main" id="{A84A6B48-58D3-501F-B097-C93A1B6791DE}"/>
              </a:ext>
            </a:extLst>
          </p:cNvPr>
          <p:cNvCxnSpPr>
            <a:cxnSpLocks/>
            <a:stCxn id="432" idx="1"/>
            <a:endCxn id="452" idx="3"/>
          </p:cNvCxnSpPr>
          <p:nvPr/>
        </p:nvCxnSpPr>
        <p:spPr>
          <a:xfrm rot="10800000">
            <a:off x="5818241" y="4490215"/>
            <a:ext cx="1184940" cy="1743609"/>
          </a:xfrm>
          <a:prstGeom prst="curvedConnector3">
            <a:avLst>
              <a:gd name="adj1" fmla="val 69536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6" name="直接连接符 525">
            <a:extLst>
              <a:ext uri="{FF2B5EF4-FFF2-40B4-BE49-F238E27FC236}">
                <a16:creationId xmlns:a16="http://schemas.microsoft.com/office/drawing/2014/main" id="{ED417792-7DCC-7261-E25E-BDE18D0EAB5E}"/>
              </a:ext>
            </a:extLst>
          </p:cNvPr>
          <p:cNvCxnSpPr/>
          <p:nvPr/>
        </p:nvCxnSpPr>
        <p:spPr>
          <a:xfrm>
            <a:off x="8612850" y="0"/>
            <a:ext cx="0" cy="6858000"/>
          </a:xfrm>
          <a:prstGeom prst="line">
            <a:avLst/>
          </a:prstGeom>
          <a:ln w="63500">
            <a:solidFill>
              <a:schemeClr val="tx1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818CCEE-9656-3A15-9BC1-1E5F7619587E}"/>
              </a:ext>
            </a:extLst>
          </p:cNvPr>
          <p:cNvSpPr txBox="1"/>
          <p:nvPr/>
        </p:nvSpPr>
        <p:spPr>
          <a:xfrm>
            <a:off x="10965020" y="2347387"/>
            <a:ext cx="811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(C,W,W)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连接符: 曲线 4">
            <a:extLst>
              <a:ext uri="{FF2B5EF4-FFF2-40B4-BE49-F238E27FC236}">
                <a16:creationId xmlns:a16="http://schemas.microsoft.com/office/drawing/2014/main" id="{5BE96424-65E4-C7BC-AF88-F9FCEB5F99D1}"/>
              </a:ext>
            </a:extLst>
          </p:cNvPr>
          <p:cNvCxnSpPr>
            <a:cxnSpLocks/>
            <a:stCxn id="4" idx="1"/>
            <a:endCxn id="472" idx="3"/>
          </p:cNvCxnSpPr>
          <p:nvPr/>
        </p:nvCxnSpPr>
        <p:spPr>
          <a:xfrm rot="10800000">
            <a:off x="10435860" y="2462768"/>
            <a:ext cx="529160" cy="773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20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59BA-BD9B-6153-71D8-E06994CD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E9F26FE-6C74-D66C-C3E5-DEFE93F70050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D50E3F-3879-9DD3-EC89-ACB5DFF18B5D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45B881-D7DD-3B3B-C8C6-42E3EA00E6F8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多人场景骨架注入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4BA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163BC22-12DA-A8FF-7431-1FE04BE9B302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5308C9-7FF3-FEFF-E130-F509343B2999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8A886638-2B5D-9773-061C-B8E8B6258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C59F2B78-21FE-B868-0852-CBFF5039DB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E17D1EF-9AC1-4C44-8377-86342974E386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FFA8CC7C-737A-C84C-029F-086F223A1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294755D-A5A5-8A12-AFBB-7D87958AA0B9}"/>
              </a:ext>
            </a:extLst>
          </p:cNvPr>
          <p:cNvSpPr txBox="1"/>
          <p:nvPr/>
        </p:nvSpPr>
        <p:spPr>
          <a:xfrm>
            <a:off x="13785941" y="6372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FB238DE-CD59-E9E6-0045-87C53A90E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73329"/>
            <a:ext cx="4445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1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4A451E2B-82D8-DF09-574D-3DBDC2C68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746" y="2584857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A2509F-9C87-2ED7-D9D3-1EF3FE6C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613" y="263021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54" name="Rectangle 15">
            <a:extLst>
              <a:ext uri="{FF2B5EF4-FFF2-40B4-BE49-F238E27FC236}">
                <a16:creationId xmlns:a16="http://schemas.microsoft.com/office/drawing/2014/main" id="{DFB01381-32D8-3D61-7D56-31433B144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9942" y="267665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E71141-F87C-EEAE-88EF-6CAC32A673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51" y="1291982"/>
            <a:ext cx="5191385" cy="51913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2AB46BD-8E5B-2D54-DB9B-6EB6141C14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254" y="1291981"/>
            <a:ext cx="5191385" cy="519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0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F9736-C2D3-E992-C672-5061EFA0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F87E91D-5A3B-4301-2F7B-AD3DD72E64CD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D503D8-BBD3-E59E-4CF5-42404F7A8E40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7E55D2-E7E4-FFC2-085B-33FAA569A380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多个分类头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4BA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27C217A-8DBB-E5AB-EAAA-8A15AF5CA784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2AF177A-8721-34A6-A42A-30C5113A4C24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9E43BA96-8485-396D-D012-6AB527A7A5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400DF15-B715-FC76-B569-1DC589AD6C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03EC903-5832-5327-1F05-4ADE22B073BF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E7F7344E-05DF-AB1E-C3B4-ACAB9AEBE5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E77EED0-4256-199A-F14F-29F4A73461DA}"/>
              </a:ext>
            </a:extLst>
          </p:cNvPr>
          <p:cNvSpPr txBox="1"/>
          <p:nvPr/>
        </p:nvSpPr>
        <p:spPr>
          <a:xfrm>
            <a:off x="13785941" y="6372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181DBDA4-1DE7-91BC-4522-D3C1E053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73329"/>
            <a:ext cx="4445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1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CFBFCD0-C282-91FF-5995-7C24911BB432}"/>
              </a:ext>
            </a:extLst>
          </p:cNvPr>
          <p:cNvSpPr/>
          <p:nvPr/>
        </p:nvSpPr>
        <p:spPr>
          <a:xfrm>
            <a:off x="2873580" y="2853268"/>
            <a:ext cx="1678331" cy="1817643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AAD79DE-9469-A8A9-B885-F0397D8DF5FC}"/>
              </a:ext>
            </a:extLst>
          </p:cNvPr>
          <p:cNvSpPr/>
          <p:nvPr/>
        </p:nvSpPr>
        <p:spPr>
          <a:xfrm>
            <a:off x="3243775" y="2473096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单分类头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E69B6A8-F716-B16B-2C3F-F382F1380225}"/>
              </a:ext>
            </a:extLst>
          </p:cNvPr>
          <p:cNvSpPr/>
          <p:nvPr/>
        </p:nvSpPr>
        <p:spPr>
          <a:xfrm>
            <a:off x="2955257" y="3088054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6ED95DC-C599-B25A-53CD-ABACF6A38567}"/>
              </a:ext>
            </a:extLst>
          </p:cNvPr>
          <p:cNvSpPr/>
          <p:nvPr/>
        </p:nvSpPr>
        <p:spPr>
          <a:xfrm>
            <a:off x="2955257" y="3616929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B122425-6429-B292-0687-3738225DA042}"/>
              </a:ext>
            </a:extLst>
          </p:cNvPr>
          <p:cNvSpPr/>
          <p:nvPr/>
        </p:nvSpPr>
        <p:spPr>
          <a:xfrm>
            <a:off x="2955257" y="4193123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33014640-8DDB-8331-4513-34DFE62E8C21}"/>
              </a:ext>
            </a:extLst>
          </p:cNvPr>
          <p:cNvCxnSpPr>
            <a:cxnSpLocks/>
            <a:stCxn id="28" idx="2"/>
          </p:cNvCxnSpPr>
          <p:nvPr/>
        </p:nvCxnSpPr>
        <p:spPr>
          <a:xfrm rot="5400000">
            <a:off x="3544902" y="3409591"/>
            <a:ext cx="304366" cy="44023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698E0D16-A8B6-79DE-9651-8341419BE446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 rot="5400000">
            <a:off x="3526682" y="4000708"/>
            <a:ext cx="384829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箭头: 下 40">
            <a:extLst>
              <a:ext uri="{FF2B5EF4-FFF2-40B4-BE49-F238E27FC236}">
                <a16:creationId xmlns:a16="http://schemas.microsoft.com/office/drawing/2014/main" id="{5BC66434-E6CF-6525-B6DA-C1B3935BFCA7}"/>
              </a:ext>
            </a:extLst>
          </p:cNvPr>
          <p:cNvSpPr/>
          <p:nvPr/>
        </p:nvSpPr>
        <p:spPr>
          <a:xfrm rot="16200000">
            <a:off x="5087788" y="3500160"/>
            <a:ext cx="229925" cy="424901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8F112A9-1C21-6284-4170-7194DD7096A7}"/>
              </a:ext>
            </a:extLst>
          </p:cNvPr>
          <p:cNvSpPr/>
          <p:nvPr/>
        </p:nvSpPr>
        <p:spPr>
          <a:xfrm>
            <a:off x="5722255" y="2853268"/>
            <a:ext cx="3468312" cy="241300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D7B428EE-2CBA-0151-D258-CE2982580E8D}"/>
              </a:ext>
            </a:extLst>
          </p:cNvPr>
          <p:cNvSpPr/>
          <p:nvPr/>
        </p:nvSpPr>
        <p:spPr>
          <a:xfrm>
            <a:off x="6934093" y="2475037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多分类头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12CBF0D-6FC0-CCB8-E48C-6FABFFE4B2EF}"/>
              </a:ext>
            </a:extLst>
          </p:cNvPr>
          <p:cNvSpPr/>
          <p:nvPr/>
        </p:nvSpPr>
        <p:spPr>
          <a:xfrm>
            <a:off x="5803930" y="3088054"/>
            <a:ext cx="32125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44FD2FE-F228-AECD-B56F-48E7C609A5BB}"/>
              </a:ext>
            </a:extLst>
          </p:cNvPr>
          <p:cNvSpPr/>
          <p:nvPr/>
        </p:nvSpPr>
        <p:spPr>
          <a:xfrm>
            <a:off x="5803931" y="3616929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0558AAE-E00F-184B-E87E-B1008536B51F}"/>
              </a:ext>
            </a:extLst>
          </p:cNvPr>
          <p:cNvSpPr/>
          <p:nvPr/>
        </p:nvSpPr>
        <p:spPr>
          <a:xfrm>
            <a:off x="5803931" y="4193123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multilabel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E834BF5F-C7C6-30BB-6129-641BF2D24CEC}"/>
              </a:ext>
            </a:extLst>
          </p:cNvPr>
          <p:cNvCxnSpPr>
            <a:cxnSpLocks/>
            <a:stCxn id="44" idx="2"/>
          </p:cNvCxnSpPr>
          <p:nvPr/>
        </p:nvCxnSpPr>
        <p:spPr>
          <a:xfrm rot="5400000">
            <a:off x="6814795" y="2988377"/>
            <a:ext cx="304367" cy="886451"/>
          </a:xfrm>
          <a:prstGeom prst="curvedConnector2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连接符: 曲线 48">
            <a:extLst>
              <a:ext uri="{FF2B5EF4-FFF2-40B4-BE49-F238E27FC236}">
                <a16:creationId xmlns:a16="http://schemas.microsoft.com/office/drawing/2014/main" id="{5D8C50B3-D4D6-7E3D-501E-8C00502AF808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rot="5400000">
            <a:off x="6375356" y="4000708"/>
            <a:ext cx="384829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3FF934AE-97C6-0C7B-926D-445A6716E665}"/>
              </a:ext>
            </a:extLst>
          </p:cNvPr>
          <p:cNvSpPr/>
          <p:nvPr/>
        </p:nvSpPr>
        <p:spPr>
          <a:xfrm>
            <a:off x="7488797" y="3616927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B8F6CF46-FE1D-46DB-D893-57D66BCBDFB1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rot="16200000" flipH="1">
            <a:off x="7662665" y="3026956"/>
            <a:ext cx="337508" cy="84243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445B026-3952-CA4D-4CA7-A496E6C1BE37}"/>
              </a:ext>
            </a:extLst>
          </p:cNvPr>
          <p:cNvSpPr/>
          <p:nvPr/>
        </p:nvSpPr>
        <p:spPr>
          <a:xfrm>
            <a:off x="7497249" y="4193123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Binarylabel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1D9C7BD9-CA9A-8B96-7D9A-07C482A66057}"/>
              </a:ext>
            </a:extLst>
          </p:cNvPr>
          <p:cNvCxnSpPr>
            <a:cxnSpLocks/>
            <a:stCxn id="51" idx="2"/>
            <a:endCxn id="57" idx="0"/>
          </p:cNvCxnSpPr>
          <p:nvPr/>
        </p:nvCxnSpPr>
        <p:spPr>
          <a:xfrm rot="16200000" flipH="1">
            <a:off x="8064447" y="3996481"/>
            <a:ext cx="384831" cy="845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0611D9AB-BDE9-CF1D-EBF1-A5F987DFF633}"/>
              </a:ext>
            </a:extLst>
          </p:cNvPr>
          <p:cNvSpPr/>
          <p:nvPr/>
        </p:nvSpPr>
        <p:spPr>
          <a:xfrm>
            <a:off x="6646363" y="4884760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loss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连接符: 曲线 62">
            <a:extLst>
              <a:ext uri="{FF2B5EF4-FFF2-40B4-BE49-F238E27FC236}">
                <a16:creationId xmlns:a16="http://schemas.microsoft.com/office/drawing/2014/main" id="{70C2056D-9F50-2FCB-BD00-8F39C0C18DD5}"/>
              </a:ext>
            </a:extLst>
          </p:cNvPr>
          <p:cNvCxnSpPr>
            <a:cxnSpLocks/>
            <a:stCxn id="47" idx="2"/>
            <a:endCxn id="62" idx="0"/>
          </p:cNvCxnSpPr>
          <p:nvPr/>
        </p:nvCxnSpPr>
        <p:spPr>
          <a:xfrm rot="16200000" flipH="1">
            <a:off x="6777323" y="4251880"/>
            <a:ext cx="423327" cy="84243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连接符: 曲线 65">
            <a:extLst>
              <a:ext uri="{FF2B5EF4-FFF2-40B4-BE49-F238E27FC236}">
                <a16:creationId xmlns:a16="http://schemas.microsoft.com/office/drawing/2014/main" id="{70C2056D-9F50-2FCB-BD00-8F39C0C18DD5}"/>
              </a:ext>
            </a:extLst>
          </p:cNvPr>
          <p:cNvCxnSpPr>
            <a:cxnSpLocks/>
            <a:stCxn id="57" idx="2"/>
            <a:endCxn id="62" idx="0"/>
          </p:cNvCxnSpPr>
          <p:nvPr/>
        </p:nvCxnSpPr>
        <p:spPr>
          <a:xfrm rot="5400000">
            <a:off x="7623982" y="4247653"/>
            <a:ext cx="423327" cy="85088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436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7267-D80D-E340-7873-3065D283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0428CD5-8F25-7516-B1E6-BC029CD45FDB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7D7967-6E5D-47A5-AA9D-9774792E5850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71F576-95C1-F3F6-99D2-4CFF07754CAC}"/>
              </a:ext>
            </a:extLst>
          </p:cNvPr>
          <p:cNvSpPr txBox="1"/>
          <p:nvPr/>
        </p:nvSpPr>
        <p:spPr>
          <a:xfrm>
            <a:off x="1388075" y="212563"/>
            <a:ext cx="3857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实验结果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8892AAB-74DB-EEF8-FF6C-2366772747A7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6E860C2-8BE8-C8D3-49A4-91879AA1681D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16CD4B85-F157-7DDF-6D73-EE7A804D8F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AB11C32B-3DD4-78CA-9753-4E6A8FE9BD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6030837-1716-BCAA-725B-CCBCD5DC4A98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CA35B7DB-B2BC-4056-5FEE-74A60A812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B656A675-C53C-B53A-7121-59AC4E70D043}"/>
              </a:ext>
            </a:extLst>
          </p:cNvPr>
          <p:cNvSpPr txBox="1"/>
          <p:nvPr/>
        </p:nvSpPr>
        <p:spPr>
          <a:xfrm>
            <a:off x="13785941" y="6372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5DA69705-9011-8B4A-1D99-F226277EB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73329"/>
            <a:ext cx="4445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1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BF40BD14-26D5-6BED-3E0A-8100F687E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746" y="2584857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5C8CE2-4F31-910C-7F19-7EEDEAF56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613" y="263021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54" name="Rectangle 15">
            <a:extLst>
              <a:ext uri="{FF2B5EF4-FFF2-40B4-BE49-F238E27FC236}">
                <a16:creationId xmlns:a16="http://schemas.microsoft.com/office/drawing/2014/main" id="{29606C21-AC85-3C32-D11E-63F1601C2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9942" y="267665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9364D1-5E2D-D57A-6C36-EE7D0EA8A842}"/>
              </a:ext>
            </a:extLst>
          </p:cNvPr>
          <p:cNvSpPr txBox="1"/>
          <p:nvPr/>
        </p:nvSpPr>
        <p:spPr>
          <a:xfrm>
            <a:off x="2201331" y="1329266"/>
            <a:ext cx="9038167" cy="420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Resnet+</a:t>
            </a:r>
            <a:r>
              <a:rPr lang="zh-CN" altLang="en-US" dirty="0"/>
              <a:t>二分类建模：</a:t>
            </a:r>
            <a:r>
              <a:rPr lang="en-US" altLang="zh-CN" dirty="0"/>
              <a:t>acc 73 recall 74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Resnet+</a:t>
            </a:r>
            <a:r>
              <a:rPr lang="zh-CN" altLang="en-US" dirty="0"/>
              <a:t>多标签建模：</a:t>
            </a:r>
            <a:r>
              <a:rPr lang="en-US" altLang="zh-CN" dirty="0"/>
              <a:t>acc 72 recall 85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Resnet+</a:t>
            </a:r>
            <a:r>
              <a:rPr lang="zh-CN" altLang="en-US" dirty="0"/>
              <a:t>多标签建模</a:t>
            </a:r>
            <a:r>
              <a:rPr lang="en-US" altLang="zh-CN" dirty="0"/>
              <a:t>+</a:t>
            </a:r>
            <a:r>
              <a:rPr lang="zh-CN" altLang="en-US" dirty="0"/>
              <a:t>身体骨架：</a:t>
            </a:r>
            <a:r>
              <a:rPr lang="en-US" altLang="zh-CN" dirty="0"/>
              <a:t>acc 72 recall 85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Resnet+</a:t>
            </a:r>
            <a:r>
              <a:rPr lang="zh-CN" altLang="en-US" dirty="0"/>
              <a:t>多标签建模</a:t>
            </a:r>
            <a:r>
              <a:rPr lang="en-US" altLang="zh-CN" dirty="0"/>
              <a:t>+</a:t>
            </a:r>
            <a:r>
              <a:rPr lang="zh-CN" altLang="en-US" dirty="0"/>
              <a:t>身体、手部骨架：</a:t>
            </a:r>
            <a:r>
              <a:rPr lang="en-US" altLang="zh-CN" dirty="0"/>
              <a:t>acc 73 recall 81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Resnet+</a:t>
            </a:r>
            <a:r>
              <a:rPr lang="zh-CN" altLang="en-US" b="1" dirty="0"/>
              <a:t>多标签建模</a:t>
            </a:r>
            <a:r>
              <a:rPr lang="en-US" altLang="zh-CN" b="1" dirty="0"/>
              <a:t>+</a:t>
            </a:r>
            <a:r>
              <a:rPr lang="zh-CN" altLang="en-US" b="1" dirty="0"/>
              <a:t>身体、手部分割和骨架识别：</a:t>
            </a:r>
            <a:r>
              <a:rPr lang="en-US" altLang="zh-CN" b="1" dirty="0"/>
              <a:t>acc 73 recall 88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/>
              <a:t>ConvNeXt</a:t>
            </a:r>
            <a:r>
              <a:rPr lang="en-US" altLang="zh-CN" b="1" dirty="0"/>
              <a:t>+</a:t>
            </a:r>
            <a:r>
              <a:rPr lang="zh-CN" altLang="en-US" b="1" dirty="0"/>
              <a:t>多标签建模</a:t>
            </a:r>
            <a:r>
              <a:rPr lang="en-US" altLang="zh-CN" b="1" dirty="0"/>
              <a:t>+</a:t>
            </a:r>
            <a:r>
              <a:rPr lang="zh-CN" altLang="en-US" b="1" dirty="0"/>
              <a:t>身体、手部分割和骨架识别：</a:t>
            </a:r>
            <a:r>
              <a:rPr lang="en-US" altLang="zh-CN" b="1" dirty="0"/>
              <a:t>acc 68 recall 94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/>
              <a:t>ConvNeXt</a:t>
            </a:r>
            <a:r>
              <a:rPr lang="en-US" altLang="zh-CN" b="1" dirty="0"/>
              <a:t>+</a:t>
            </a:r>
            <a:r>
              <a:rPr lang="zh-CN" altLang="en-US" b="1" dirty="0"/>
              <a:t>多标签建模</a:t>
            </a:r>
            <a:r>
              <a:rPr lang="en-US" altLang="zh-CN" b="1" dirty="0"/>
              <a:t>+</a:t>
            </a:r>
            <a:r>
              <a:rPr lang="zh-CN" altLang="en-US" b="1" dirty="0"/>
              <a:t>身体、手部分割和骨架识别</a:t>
            </a:r>
            <a:r>
              <a:rPr lang="en-US" altLang="zh-CN" b="1" dirty="0"/>
              <a:t>+</a:t>
            </a:r>
            <a:r>
              <a:rPr lang="zh-CN" altLang="en-US" b="1" dirty="0"/>
              <a:t>多个分类头：</a:t>
            </a:r>
            <a:r>
              <a:rPr lang="en-US" altLang="zh-CN" b="1" dirty="0"/>
              <a:t>acc 75 recall 82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目前所有超参都是经验参数，未来一周计划对涉及的超参数做细致的调优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把各部位切分出来塞入模型通道中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46167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4291;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E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4185</TotalTime>
  <Words>650</Words>
  <Application>Microsoft Office PowerPoint</Application>
  <PresentationFormat>宽屏</PresentationFormat>
  <Paragraphs>156</Paragraphs>
  <Slides>7</Slides>
  <Notes>4</Notes>
  <HiddenSlides>3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Microsoft JhengHei UI</vt:lpstr>
      <vt:lpstr>等线</vt:lpstr>
      <vt:lpstr>等线 Light</vt:lpstr>
      <vt:lpstr>思源黑体 CN Light</vt:lpstr>
      <vt:lpstr>微软雅黑</vt:lpstr>
      <vt:lpstr>Arial</vt:lpstr>
      <vt:lpstr>Calibri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Tarjan Liu</cp:lastModifiedBy>
  <cp:revision>577</cp:revision>
  <dcterms:created xsi:type="dcterms:W3CDTF">2020-11-21T03:02:13Z</dcterms:created>
  <dcterms:modified xsi:type="dcterms:W3CDTF">2026-01-27T07:21:00Z</dcterms:modified>
</cp:coreProperties>
</file>