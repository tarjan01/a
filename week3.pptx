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300" r:id="rId2"/>
    <p:sldId id="3100" r:id="rId3"/>
    <p:sldId id="3102" r:id="rId4"/>
    <p:sldId id="3101" r:id="rId5"/>
    <p:sldId id="3105" r:id="rId6"/>
    <p:sldId id="3098" r:id="rId7"/>
    <p:sldId id="3106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4BA4"/>
    <a:srgbClr val="AFABAB"/>
    <a:srgbClr val="0F3DC5"/>
    <a:srgbClr val="2BA9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20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692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7F8055-27CA-4C55-BC23-F9359CE32445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591625-B960-4FA4-9643-9A008D8F68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2517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74C1D0-060E-4FCC-91A6-7476A46993C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5898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12FB7-E28D-DFB5-359C-07D40AD24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657532-F4B9-9E72-7A37-3B258EEEF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589F550-F138-93B3-03E7-0F47FA528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BC2AC6-A357-688A-0308-C240CA4919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91625-B960-4FA4-9643-9A008D8F68F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03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C13DD-5C8A-3396-BF9F-0D832D1F7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DC7B8A-58C6-35E8-0CF1-BCEC7EAAD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5E80AA6-DFB2-FD99-5326-179F62F55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6C3225-E067-F398-A280-8543A6F644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91625-B960-4FA4-9643-9A008D8F68F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9159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646AE-1308-FFE3-D2F7-25A023F83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61B1EF-256E-8F04-6A73-02F06CCEB6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E402F1E-9C68-AF1D-EC59-CE522F10A7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ResNet50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A743D1-AA60-AA84-E3BA-B25F290903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EF3D03-C099-469B-AF9F-449D0A9663B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83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E04E95-C28C-4865-8BFF-E15BC7F29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43BA2C4-6A62-465D-9859-A6EC58CCDE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A7E042-E9C0-47C6-8F72-5A6E31E12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A42068-7729-4131-9349-2C9AA98E4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408A23-9958-47FB-9DA6-A7D6A7EA8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563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244F6A-BEA3-4829-BA87-1D170340A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23E72B-5CFE-4679-8D93-CB9179125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928390-902E-46D6-AAD1-5CAC6F4C3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889B6D-FF2D-4CF2-B3C7-D4A589C5B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9F298F-6A75-4555-8309-0DA771227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41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1129C4-4BC7-4D1C-923F-9496B94E1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8698E6-0411-4214-8D94-B0A1E13D8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841289-4692-437C-B93E-BEDAD521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46CAEC-6441-46A7-8BEC-EDD2814BA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2D5173-EC3B-4CA4-9E3D-84194D859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986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2FCE84-631B-4382-B4C9-8A1C21E78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0D18C5-ABDC-4A53-81D5-A8D5D8895A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3D59A7-28E3-435E-A74B-D01ACC655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B7DBAE-24BD-44C9-AF96-BD2D6C571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615034-129A-49B6-86F3-AEAF5A467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E8710F-8D44-4ABA-8573-2452F1BCE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0951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10188A-D700-409D-BE1F-2F2B0D9B5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A7473A-D404-4C74-B566-6E38034FC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743395-3FFA-4870-AC3C-44F08215F5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27D04B-C346-41D1-8FEC-A80AA34B6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FC4B6FE-EDA7-40B1-8441-34577FC4D6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2B0929-77AA-49CB-AB9B-CEF9BA5D1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3192131-6D11-451C-A87D-BA5C5F388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93B0548-3F2D-4EB1-BE3D-B4889DC7C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584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8F6A9F-3B52-4E20-ABF1-A02C896E2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7B5F133-9790-4C0C-BDE4-1AA814DD5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BE6C979-3EBC-4160-89D7-5AEFA5AFB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59250C-276B-4000-B679-F2821DECB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73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EC519CF-2247-47FB-A4F0-5E137898D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739F0A5-6FFF-48A8-8511-7FE17C371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285EE3-245C-49B5-8F8C-E61B28322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041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5FE5AB-235B-49F2-8C30-969875170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A31D7B-CBDB-4E74-8461-91339A36A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3B9F42-3D3E-4977-9E31-C7E5A168C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BB7CFA-C294-46B1-9CCF-5684E60EA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F3A9A8-FCD2-4C2E-91BC-DBCD14C20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26A166-5F0F-47E9-BFEF-35A170517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786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094A1B-284C-4868-B171-E77F60CDC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2D66C86-0CF8-4E32-A933-A5035CD4BA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9A85A24-38B6-4C17-8CE3-D42EA32DDF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65A0FC-ABA1-425E-9952-DA52635CE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28AE56-F084-493B-AD86-53074AD52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ED1D20-B66A-408C-98AC-6CB497CF1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903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9DD0E2-89AE-4F91-95C6-B328E86D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5A87FD-6B6E-4100-99A0-5B9E53CB61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F9A51A-B308-4DE3-BCF1-FC48B88D3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9CF7F4-023D-4E0C-BBCC-409FD85EB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E7EE98-D94A-480D-AEF0-60916E0D0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9153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F6736A6-5D5C-46C2-BD7E-BED0C2D392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5939D8-8B3D-4C32-B97B-D5A4A549F2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5D972E-0DA1-486D-B54F-00A9E2870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7BDFB6-AE3A-4D21-8A49-2126353C3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292135-B275-4FAE-9A81-DB66A9757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480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391EB71-47C6-4326-A2C3-D98D6A215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F579BF-3838-432C-B48C-A982AACF8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5BF249-5457-4BEA-B28C-BDE19428D4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EB2F5-E5B9-4F7B-93DF-EF86E88C72B4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719342-6EA6-4BFE-A3B1-9B26DAB6EE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757B64-A415-41D7-8C58-F2D64A53E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708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5.png"/><Relationship Id="rId7" Type="http://schemas.openxmlformats.org/officeDocument/2006/relationships/image" Target="../media/image1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3" Type="http://schemas.openxmlformats.org/officeDocument/2006/relationships/image" Target="../media/image5.png"/><Relationship Id="rId7" Type="http://schemas.openxmlformats.org/officeDocument/2006/relationships/image" Target="../media/image18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7188F525-2E6B-47CA-9C01-06E865ED87C3}"/>
              </a:ext>
            </a:extLst>
          </p:cNvPr>
          <p:cNvSpPr/>
          <p:nvPr/>
        </p:nvSpPr>
        <p:spPr>
          <a:xfrm>
            <a:off x="0" y="1"/>
            <a:ext cx="12192000" cy="6887980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5080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041F30F-EAFE-4510-9017-E617922BC134}"/>
              </a:ext>
            </a:extLst>
          </p:cNvPr>
          <p:cNvSpPr/>
          <p:nvPr/>
        </p:nvSpPr>
        <p:spPr>
          <a:xfrm>
            <a:off x="0" y="1409826"/>
            <a:ext cx="12192000" cy="449970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57200" sx="102000" sy="102000" algn="ctr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A7FFEEA-9F85-408F-A4B4-25BB52A56DD1}"/>
              </a:ext>
            </a:extLst>
          </p:cNvPr>
          <p:cNvSpPr txBox="1"/>
          <p:nvPr/>
        </p:nvSpPr>
        <p:spPr>
          <a:xfrm>
            <a:off x="459695" y="1745706"/>
            <a:ext cx="11482466" cy="2515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飞虎队课题：</a:t>
            </a:r>
            <a:r>
              <a:rPr kumimoji="0" lang="en-US" altLang="zh-CN" sz="6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AIGC</a:t>
            </a: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生成的人物异常检测</a:t>
            </a:r>
            <a:r>
              <a:rPr kumimoji="0" lang="en-US" altLang="zh-CN" sz="6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week3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B" panose="00020600040101010101" pitchFamily="18" charset="-122"/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C985B56C-740E-4BB9-917F-013EAA8474B7}"/>
              </a:ext>
            </a:extLst>
          </p:cNvPr>
          <p:cNvGrpSpPr/>
          <p:nvPr/>
        </p:nvGrpSpPr>
        <p:grpSpPr>
          <a:xfrm>
            <a:off x="8859189" y="146088"/>
            <a:ext cx="2930983" cy="1063161"/>
            <a:chOff x="4285093" y="-6242"/>
            <a:chExt cx="3795135" cy="1376619"/>
          </a:xfrm>
        </p:grpSpPr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2829C4A2-989C-49C5-8FA9-52CE7290E71E}"/>
                </a:ext>
              </a:extLst>
            </p:cNvPr>
            <p:cNvGrpSpPr/>
            <p:nvPr/>
          </p:nvGrpSpPr>
          <p:grpSpPr>
            <a:xfrm>
              <a:off x="4285093" y="-6242"/>
              <a:ext cx="3795135" cy="1376619"/>
              <a:chOff x="6597847" y="960547"/>
              <a:chExt cx="4882683" cy="1771112"/>
            </a:xfrm>
          </p:grpSpPr>
          <p:pic>
            <p:nvPicPr>
              <p:cNvPr id="47" name="图片 46">
                <a:extLst>
                  <a:ext uri="{FF2B5EF4-FFF2-40B4-BE49-F238E27FC236}">
                    <a16:creationId xmlns:a16="http://schemas.microsoft.com/office/drawing/2014/main" id="{CFF3C992-06B7-45C2-B675-3CD9DEBA37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97847" y="960547"/>
                <a:ext cx="1771106" cy="1771112"/>
              </a:xfrm>
              <a:prstGeom prst="rect">
                <a:avLst/>
              </a:prstGeom>
            </p:spPr>
          </p:pic>
          <p:pic>
            <p:nvPicPr>
              <p:cNvPr id="48" name="图片 47">
                <a:extLst>
                  <a:ext uri="{FF2B5EF4-FFF2-40B4-BE49-F238E27FC236}">
                    <a16:creationId xmlns:a16="http://schemas.microsoft.com/office/drawing/2014/main" id="{9C87AC23-9356-4893-BA22-93B73D6302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406891" y="1004505"/>
                <a:ext cx="3073639" cy="1271931"/>
              </a:xfrm>
              <a:prstGeom prst="rect">
                <a:avLst/>
              </a:prstGeom>
            </p:spPr>
          </p:pic>
        </p:grp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D2EE5DB9-DFBD-49B4-848B-2299EA7DBA92}"/>
                </a:ext>
              </a:extLst>
            </p:cNvPr>
            <p:cNvSpPr/>
            <p:nvPr/>
          </p:nvSpPr>
          <p:spPr>
            <a:xfrm>
              <a:off x="5763722" y="1032708"/>
              <a:ext cx="2189819" cy="3188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defRPr/>
              </a:pPr>
              <a:r>
                <a:rPr lang="en-US" altLang="zh-CN" sz="1000" b="1" dirty="0">
                  <a:solidFill>
                    <a:schemeClr val="bg1"/>
                  </a:solidFill>
                  <a:latin typeface="Calibri"/>
                  <a:ea typeface="宋体" panose="02010600030101010101" pitchFamily="2" charset="-122"/>
                </a:rPr>
                <a:t>FUDAN UNIVERSITY</a:t>
              </a:r>
            </a:p>
          </p:txBody>
        </p:sp>
      </p:grp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319BC50C-2F63-482E-BB46-0DF7BB7C3E59}"/>
              </a:ext>
            </a:extLst>
          </p:cNvPr>
          <p:cNvSpPr/>
          <p:nvPr/>
        </p:nvSpPr>
        <p:spPr>
          <a:xfrm>
            <a:off x="7879518" y="4718772"/>
            <a:ext cx="2849597" cy="386016"/>
          </a:xfrm>
          <a:prstGeom prst="roundRect">
            <a:avLst>
              <a:gd name="adj" fmla="val 50000"/>
            </a:avLst>
          </a:prstGeom>
          <a:solidFill>
            <a:srgbClr val="104BA4"/>
          </a:solidFill>
          <a:ln>
            <a:noFill/>
          </a:ln>
          <a:effectLst>
            <a:outerShdw blurRad="4572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2026-1-6</a:t>
            </a:r>
            <a:endParaRPr kumimoji="0" lang="zh-CN" altLang="en-US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8C223F0-7CE8-41E5-9B50-26980E3A79E2}"/>
              </a:ext>
            </a:extLst>
          </p:cNvPr>
          <p:cNvGrpSpPr/>
          <p:nvPr/>
        </p:nvGrpSpPr>
        <p:grpSpPr>
          <a:xfrm>
            <a:off x="1672740" y="4518194"/>
            <a:ext cx="9056375" cy="112418"/>
            <a:chOff x="2958650" y="4529138"/>
            <a:chExt cx="6390970" cy="0"/>
          </a:xfrm>
        </p:grpSpPr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DD34CB00-7CBF-41FF-812C-D972CE5ED13F}"/>
                </a:ext>
              </a:extLst>
            </p:cNvPr>
            <p:cNvCxnSpPr>
              <a:cxnSpLocks/>
            </p:cNvCxnSpPr>
            <p:nvPr/>
          </p:nvCxnSpPr>
          <p:spPr>
            <a:xfrm>
              <a:off x="6475751" y="4529138"/>
              <a:ext cx="2873869" cy="0"/>
            </a:xfrm>
            <a:prstGeom prst="line">
              <a:avLst/>
            </a:prstGeom>
            <a:ln w="25400">
              <a:gradFill flip="none" rotWithShape="1">
                <a:gsLst>
                  <a:gs pos="0">
                    <a:srgbClr val="104BA4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12E22B22-2629-4A30-BF1A-0F9C6F37004E}"/>
                </a:ext>
              </a:extLst>
            </p:cNvPr>
            <p:cNvCxnSpPr>
              <a:cxnSpLocks/>
            </p:cNvCxnSpPr>
            <p:nvPr/>
          </p:nvCxnSpPr>
          <p:spPr>
            <a:xfrm>
              <a:off x="2958650" y="4529138"/>
              <a:ext cx="3681993" cy="0"/>
            </a:xfrm>
            <a:prstGeom prst="line">
              <a:avLst/>
            </a:prstGeom>
            <a:ln w="25400">
              <a:gradFill flip="none" rotWithShape="1">
                <a:gsLst>
                  <a:gs pos="96000">
                    <a:srgbClr val="104BA4"/>
                  </a:gs>
                  <a:gs pos="0">
                    <a:schemeClr val="bg1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4" name="图片 53">
            <a:extLst>
              <a:ext uri="{FF2B5EF4-FFF2-40B4-BE49-F238E27FC236}">
                <a16:creationId xmlns:a16="http://schemas.microsoft.com/office/drawing/2014/main" id="{1A400646-BDFB-4DBA-9781-0B7716B06C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64703" y="6271460"/>
            <a:ext cx="3760842" cy="502327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0286C27B-57AF-A426-E832-D8932C07074F}"/>
              </a:ext>
            </a:extLst>
          </p:cNvPr>
          <p:cNvSpPr/>
          <p:nvPr/>
        </p:nvSpPr>
        <p:spPr>
          <a:xfrm>
            <a:off x="1287624" y="4718772"/>
            <a:ext cx="3378743" cy="386016"/>
          </a:xfrm>
          <a:prstGeom prst="roundRect">
            <a:avLst>
              <a:gd name="adj" fmla="val 50000"/>
            </a:avLst>
          </a:prstGeom>
          <a:solidFill>
            <a:srgbClr val="104BA4"/>
          </a:solidFill>
          <a:ln>
            <a:noFill/>
          </a:ln>
          <a:effectLst>
            <a:outerShdw blurRad="4572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pc="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汇报人：</a:t>
            </a:r>
            <a:r>
              <a:rPr lang="zh-CN" altLang="en-US" sz="1600" spc="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刘皓蓝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CE833E4-E11E-F40F-D8F0-534803E38411}"/>
              </a:ext>
            </a:extLst>
          </p:cNvPr>
          <p:cNvSpPr/>
          <p:nvPr/>
        </p:nvSpPr>
        <p:spPr>
          <a:xfrm>
            <a:off x="4821229" y="4718772"/>
            <a:ext cx="2849595" cy="386016"/>
          </a:xfrm>
          <a:prstGeom prst="roundRect">
            <a:avLst>
              <a:gd name="adj" fmla="val 50000"/>
            </a:avLst>
          </a:prstGeom>
          <a:solidFill>
            <a:srgbClr val="104BA4"/>
          </a:solidFill>
          <a:ln>
            <a:noFill/>
          </a:ln>
          <a:effectLst>
            <a:outerShdw blurRad="4572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pc="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指导老师：</a:t>
            </a:r>
            <a:r>
              <a:rPr lang="zh-CN" altLang="en-US" sz="1600" spc="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孙未未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80519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C5846-F841-5227-6256-61D1BD0EF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C56A8B10-3FC2-9BA2-36E4-49A37BB1752A}"/>
              </a:ext>
            </a:extLst>
          </p:cNvPr>
          <p:cNvSpPr/>
          <p:nvPr/>
        </p:nvSpPr>
        <p:spPr>
          <a:xfrm>
            <a:off x="334963" y="1"/>
            <a:ext cx="895768" cy="1132114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330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FEE5D3D-0890-B7F4-413B-52497B1C2FD7}"/>
              </a:ext>
            </a:extLst>
          </p:cNvPr>
          <p:cNvSpPr txBox="1"/>
          <p:nvPr/>
        </p:nvSpPr>
        <p:spPr>
          <a:xfrm>
            <a:off x="324531" y="290227"/>
            <a:ext cx="97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DC6F32-6E64-D25A-11C3-CD91C6948045}"/>
              </a:ext>
            </a:extLst>
          </p:cNvPr>
          <p:cNvSpPr txBox="1"/>
          <p:nvPr/>
        </p:nvSpPr>
        <p:spPr>
          <a:xfrm>
            <a:off x="1388075" y="212563"/>
            <a:ext cx="45228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dirty="0">
                <a:solidFill>
                  <a:srgbClr val="104B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骨架注入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8EF5409-E33D-05DC-96B4-95D596E1625C}"/>
              </a:ext>
            </a:extLst>
          </p:cNvPr>
          <p:cNvGrpSpPr/>
          <p:nvPr/>
        </p:nvGrpSpPr>
        <p:grpSpPr>
          <a:xfrm>
            <a:off x="9796257" y="238208"/>
            <a:ext cx="1964493" cy="708062"/>
            <a:chOff x="4246274" y="-10895"/>
            <a:chExt cx="3940182" cy="1420161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51687446-9F2C-E489-CA39-BF15134160D0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4096C1FD-D890-325C-1BC5-879D40E41D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1FA1B2FD-8BEF-37BA-7992-8187BFE1B2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22204152-FF2F-B4AB-1AA0-A838D9FDD024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FUDAN UNIVERSITY</a:t>
              </a:r>
            </a:p>
          </p:txBody>
        </p: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C262C8BE-BEF9-0899-A63B-F35596F480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4531" y="6390655"/>
            <a:ext cx="2744391" cy="366562"/>
          </a:xfrm>
          <a:prstGeom prst="rect">
            <a:avLst/>
          </a:prstGeom>
        </p:spPr>
      </p:pic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38210853-BA0E-2EC5-CAE5-8F282E1BDC3E}"/>
              </a:ext>
            </a:extLst>
          </p:cNvPr>
          <p:cNvSpPr txBox="1">
            <a:spLocks/>
          </p:cNvSpPr>
          <p:nvPr/>
        </p:nvSpPr>
        <p:spPr>
          <a:xfrm>
            <a:off x="8953500" y="652124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34FB6C8-7C8F-4A07-82BA-70423D8EE858}" type="slidenum">
              <a:rPr lang="zh-CN" altLang="en-US" smtClean="0">
                <a:solidFill>
                  <a:prstClr val="white">
                    <a:lumMod val="50000"/>
                  </a:prstClr>
                </a:solidFill>
                <a:latin typeface="Arial"/>
              </a:rPr>
              <a:pPr/>
              <a:t>2</a:t>
            </a:fld>
            <a:endParaRPr lang="zh-CN" altLang="en-US">
              <a:solidFill>
                <a:prstClr val="white">
                  <a:lumMod val="50000"/>
                </a:prstClr>
              </a:solidFill>
              <a:latin typeface="Arial"/>
            </a:endParaRPr>
          </a:p>
        </p:txBody>
      </p:sp>
      <p:sp>
        <p:nvSpPr>
          <p:cNvPr id="47" name="iş1îḓè">
            <a:extLst>
              <a:ext uri="{FF2B5EF4-FFF2-40B4-BE49-F238E27FC236}">
                <a16:creationId xmlns:a16="http://schemas.microsoft.com/office/drawing/2014/main" id="{EBEE8B0D-FEEE-EFD9-F7B4-934EC1E94564}"/>
              </a:ext>
            </a:extLst>
          </p:cNvPr>
          <p:cNvSpPr txBox="1"/>
          <p:nvPr/>
        </p:nvSpPr>
        <p:spPr bwMode="auto">
          <a:xfrm>
            <a:off x="6450159" y="3491485"/>
            <a:ext cx="2007132" cy="359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zh-CN" altLang="en-US" sz="1600" b="1" dirty="0">
                <a:solidFill>
                  <a:prstClr val="white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在此输入标题</a:t>
            </a:r>
            <a:endParaRPr lang="en-US" altLang="zh-CN" sz="1600" b="1" dirty="0">
              <a:solidFill>
                <a:prstClr val="white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B3A6763-A5DC-156F-025B-BC35F14055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8376" y="1672983"/>
            <a:ext cx="5199406" cy="444283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4EF7552-A4C5-9EF5-0069-21F6F3C221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65376" y="329993"/>
            <a:ext cx="4987626" cy="606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144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B891C-87A7-3CC0-23FA-2A4E171F4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E888B427-D05A-17A2-BADA-FB98CA2025EA}"/>
              </a:ext>
            </a:extLst>
          </p:cNvPr>
          <p:cNvSpPr/>
          <p:nvPr/>
        </p:nvSpPr>
        <p:spPr>
          <a:xfrm>
            <a:off x="334963" y="1"/>
            <a:ext cx="895768" cy="1132114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330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0ADF3D2-C063-E852-0778-EA42D6F3C9B7}"/>
              </a:ext>
            </a:extLst>
          </p:cNvPr>
          <p:cNvSpPr txBox="1"/>
          <p:nvPr/>
        </p:nvSpPr>
        <p:spPr>
          <a:xfrm>
            <a:off x="294551" y="284064"/>
            <a:ext cx="97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lang="en-US" altLang="zh-CN" sz="3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910CCD2-783A-5693-371D-0DE5E80D0C8A}"/>
              </a:ext>
            </a:extLst>
          </p:cNvPr>
          <p:cNvSpPr txBox="1"/>
          <p:nvPr/>
        </p:nvSpPr>
        <p:spPr>
          <a:xfrm>
            <a:off x="1388075" y="212563"/>
            <a:ext cx="36336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104B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骨架注入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104BA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BC67981-1197-8AA8-E2FF-F10509673DFD}"/>
              </a:ext>
            </a:extLst>
          </p:cNvPr>
          <p:cNvGrpSpPr/>
          <p:nvPr/>
        </p:nvGrpSpPr>
        <p:grpSpPr>
          <a:xfrm>
            <a:off x="9796257" y="238208"/>
            <a:ext cx="1964493" cy="708062"/>
            <a:chOff x="4246274" y="-10895"/>
            <a:chExt cx="3940182" cy="1420161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D4A2F43C-D378-BA33-91A3-DF8577C80661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950E07EB-FADF-5DB6-5FD3-906E2410E3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AFDFAEF5-6CDF-191D-F95D-0BE84CE795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B057AF5E-B72B-49D7-03BD-8825EF178D42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FUDAN UNIVERSITY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117FA75F-4E77-D5A5-E2EA-CEC13518DDE1}"/>
              </a:ext>
            </a:extLst>
          </p:cNvPr>
          <p:cNvSpPr txBox="1"/>
          <p:nvPr/>
        </p:nvSpPr>
        <p:spPr>
          <a:xfrm>
            <a:off x="294551" y="1416178"/>
            <a:ext cx="36336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· </a:t>
            </a:r>
            <a:r>
              <a:rPr lang="zh-CN" altLang="en-US" dirty="0"/>
              <a:t>使用</a:t>
            </a:r>
            <a:r>
              <a:rPr lang="en-US" altLang="zh-CN" dirty="0" err="1"/>
              <a:t>mmdet+mmpose</a:t>
            </a:r>
            <a:r>
              <a:rPr lang="zh-CN" altLang="en-US" dirty="0"/>
              <a:t>模型</a:t>
            </a:r>
            <a:endParaRPr lang="en-US" altLang="zh-CN" dirty="0"/>
          </a:p>
          <a:p>
            <a:r>
              <a:rPr lang="en-US" altLang="zh-CN" dirty="0"/>
              <a:t>· </a:t>
            </a:r>
            <a:r>
              <a:rPr lang="zh-CN" altLang="en-US" dirty="0"/>
              <a:t>对人体骨架、手部关键点做划分</a:t>
            </a:r>
            <a:endParaRPr lang="en-US" altLang="zh-CN" dirty="0"/>
          </a:p>
          <a:p>
            <a:r>
              <a:rPr lang="en-US" altLang="zh-CN" dirty="0"/>
              <a:t>· </a:t>
            </a:r>
            <a:r>
              <a:rPr lang="zh-CN" altLang="en-US" dirty="0"/>
              <a:t>信息注入</a:t>
            </a:r>
            <a:r>
              <a:rPr lang="en-US" altLang="zh-CN" dirty="0" err="1"/>
              <a:t>resnet</a:t>
            </a:r>
            <a:r>
              <a:rPr lang="zh-CN" altLang="en-US" dirty="0"/>
              <a:t>网络中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24DD714-62C9-3FFC-E053-6CA7A80DEB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735" y="2511058"/>
            <a:ext cx="3914220" cy="391422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3BA5037-9981-BC24-B8A9-F1BB8D9DC7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232" y="28703"/>
            <a:ext cx="3336103" cy="333610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25916F2-87D6-F5AE-27F1-B2F2926691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232" y="3400042"/>
            <a:ext cx="3336103" cy="333610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468917A-B59C-463B-2913-A43E7BB1CE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12" y="3400043"/>
            <a:ext cx="3336102" cy="3336102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9B85482A-3E74-BD98-7C8C-09FDDF17CAB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12" y="28703"/>
            <a:ext cx="3336102" cy="333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420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F27D8-3186-7E2B-9912-0D9965B77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7FB4C7D1-7713-60AD-9A2F-CD665A35ACAA}"/>
              </a:ext>
            </a:extLst>
          </p:cNvPr>
          <p:cNvSpPr/>
          <p:nvPr/>
        </p:nvSpPr>
        <p:spPr>
          <a:xfrm>
            <a:off x="334963" y="1"/>
            <a:ext cx="895768" cy="1132114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330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4444125-8D31-068F-B153-4397356E006C}"/>
              </a:ext>
            </a:extLst>
          </p:cNvPr>
          <p:cNvSpPr txBox="1"/>
          <p:nvPr/>
        </p:nvSpPr>
        <p:spPr>
          <a:xfrm>
            <a:off x="294551" y="284064"/>
            <a:ext cx="97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5F5F1C1-EF74-7AAF-3803-AA74CBD3DE0C}"/>
              </a:ext>
            </a:extLst>
          </p:cNvPr>
          <p:cNvSpPr txBox="1"/>
          <p:nvPr/>
        </p:nvSpPr>
        <p:spPr>
          <a:xfrm>
            <a:off x="1388075" y="212563"/>
            <a:ext cx="45228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dirty="0">
                <a:solidFill>
                  <a:srgbClr val="104B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骨架注入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689FB15-3293-F68C-039B-B5FF5242645E}"/>
              </a:ext>
            </a:extLst>
          </p:cNvPr>
          <p:cNvGrpSpPr/>
          <p:nvPr/>
        </p:nvGrpSpPr>
        <p:grpSpPr>
          <a:xfrm>
            <a:off x="9796257" y="238208"/>
            <a:ext cx="1964493" cy="708062"/>
            <a:chOff x="4246274" y="-10895"/>
            <a:chExt cx="3940182" cy="1420161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C207D6AA-0224-C158-8055-98C3DC6E5ECD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F7AECABF-EA0B-1F62-7EDF-F9035654E2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CFF18227-E352-D9D8-8F91-14849128F0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735BBFC5-B523-BDDB-A4AD-3AD7ABB01855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FUDAN UNIVERSITY</a:t>
              </a:r>
            </a:p>
          </p:txBody>
        </p: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3A1CD9BE-8300-7B05-90E6-BBFF7BC0C2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5969" y="6389511"/>
            <a:ext cx="2752953" cy="367706"/>
          </a:xfrm>
          <a:prstGeom prst="rect">
            <a:avLst/>
          </a:prstGeom>
        </p:spPr>
      </p:pic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C801B0D7-ED84-C66E-572F-74FCA4344651}"/>
              </a:ext>
            </a:extLst>
          </p:cNvPr>
          <p:cNvSpPr txBox="1">
            <a:spLocks/>
          </p:cNvSpPr>
          <p:nvPr/>
        </p:nvSpPr>
        <p:spPr>
          <a:xfrm>
            <a:off x="8944941" y="6530228"/>
            <a:ext cx="2751759" cy="3561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34FB6C8-7C8F-4A07-82BA-70423D8EE858}" type="slidenum">
              <a:rPr lang="zh-CN" altLang="en-US" smtClean="0">
                <a:solidFill>
                  <a:prstClr val="white">
                    <a:lumMod val="50000"/>
                  </a:prstClr>
                </a:solidFill>
                <a:latin typeface="Arial"/>
              </a:rPr>
              <a:pPr/>
              <a:t>4</a:t>
            </a:fld>
            <a:endParaRPr lang="zh-CN" altLang="en-US">
              <a:solidFill>
                <a:prstClr val="white">
                  <a:lumMod val="50000"/>
                </a:prstClr>
              </a:solidFill>
              <a:latin typeface="Arial"/>
            </a:endParaRPr>
          </a:p>
        </p:txBody>
      </p:sp>
      <p:sp>
        <p:nvSpPr>
          <p:cNvPr id="47" name="iş1îḓè">
            <a:extLst>
              <a:ext uri="{FF2B5EF4-FFF2-40B4-BE49-F238E27FC236}">
                <a16:creationId xmlns:a16="http://schemas.microsoft.com/office/drawing/2014/main" id="{7F768279-094C-A1F4-5163-F204124BCFC0}"/>
              </a:ext>
            </a:extLst>
          </p:cNvPr>
          <p:cNvSpPr txBox="1"/>
          <p:nvPr/>
        </p:nvSpPr>
        <p:spPr bwMode="auto">
          <a:xfrm>
            <a:off x="6443897" y="3500329"/>
            <a:ext cx="2013394" cy="350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zh-CN" altLang="en-US" sz="1600" b="1" dirty="0">
                <a:solidFill>
                  <a:prstClr val="white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在此输入标题</a:t>
            </a:r>
            <a:endParaRPr lang="en-US" altLang="zh-CN" sz="1600" b="1" dirty="0">
              <a:solidFill>
                <a:prstClr val="white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03C516C-40CC-AD7C-03D8-5E243CEAA3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259" y="1646043"/>
            <a:ext cx="8263154" cy="464802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0371417-EE9F-2A39-8015-901FE183F004}"/>
              </a:ext>
            </a:extLst>
          </p:cNvPr>
          <p:cNvSpPr txBox="1"/>
          <p:nvPr/>
        </p:nvSpPr>
        <p:spPr>
          <a:xfrm>
            <a:off x="6956" y="5185250"/>
            <a:ext cx="12307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Pose_skeleton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027529-7BA3-792C-6F13-0CF6DABCBF9F}"/>
              </a:ext>
            </a:extLst>
          </p:cNvPr>
          <p:cNvSpPr txBox="1"/>
          <p:nvPr/>
        </p:nvSpPr>
        <p:spPr>
          <a:xfrm>
            <a:off x="7845" y="5493027"/>
            <a:ext cx="1279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Hand_skeleton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箭头: 下 5">
            <a:extLst>
              <a:ext uri="{FF2B5EF4-FFF2-40B4-BE49-F238E27FC236}">
                <a16:creationId xmlns:a16="http://schemas.microsoft.com/office/drawing/2014/main" id="{4BAE517C-8F8C-DB7E-CA6F-BFFA059C616C}"/>
              </a:ext>
            </a:extLst>
          </p:cNvPr>
          <p:cNvSpPr/>
          <p:nvPr/>
        </p:nvSpPr>
        <p:spPr>
          <a:xfrm rot="16984807">
            <a:off x="2394562" y="5281479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73D8EFA4-8BA8-DAF9-8B89-149CAB8CF608}"/>
              </a:ext>
            </a:extLst>
          </p:cNvPr>
          <p:cNvSpPr/>
          <p:nvPr/>
        </p:nvSpPr>
        <p:spPr>
          <a:xfrm rot="15445193">
            <a:off x="2404982" y="5478664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C1CD466-A7BC-AA5F-0D7D-CED533DAEA64}"/>
              </a:ext>
            </a:extLst>
          </p:cNvPr>
          <p:cNvSpPr txBox="1"/>
          <p:nvPr/>
        </p:nvSpPr>
        <p:spPr>
          <a:xfrm>
            <a:off x="16031" y="3088370"/>
            <a:ext cx="12307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Pose_skeleton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EDFA877-B6AB-A024-0B40-19B09B792B65}"/>
              </a:ext>
            </a:extLst>
          </p:cNvPr>
          <p:cNvSpPr txBox="1"/>
          <p:nvPr/>
        </p:nvSpPr>
        <p:spPr>
          <a:xfrm>
            <a:off x="16920" y="3396147"/>
            <a:ext cx="1279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Hand_skeleton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E00E8C71-70C3-7C50-1F74-A597BA35C897}"/>
              </a:ext>
            </a:extLst>
          </p:cNvPr>
          <p:cNvSpPr/>
          <p:nvPr/>
        </p:nvSpPr>
        <p:spPr>
          <a:xfrm rot="16984807">
            <a:off x="2403637" y="3184599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1" name="箭头: 下 10">
            <a:extLst>
              <a:ext uri="{FF2B5EF4-FFF2-40B4-BE49-F238E27FC236}">
                <a16:creationId xmlns:a16="http://schemas.microsoft.com/office/drawing/2014/main" id="{5FB84BA0-65E5-D623-EB76-B4181D930F67}"/>
              </a:ext>
            </a:extLst>
          </p:cNvPr>
          <p:cNvSpPr/>
          <p:nvPr/>
        </p:nvSpPr>
        <p:spPr>
          <a:xfrm rot="15445193">
            <a:off x="2414057" y="3381784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F83A8C5-DFFE-3276-A794-65D1F7C43F87}"/>
              </a:ext>
            </a:extLst>
          </p:cNvPr>
          <p:cNvSpPr txBox="1"/>
          <p:nvPr/>
        </p:nvSpPr>
        <p:spPr>
          <a:xfrm>
            <a:off x="16031" y="3735358"/>
            <a:ext cx="12307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Pose_skeleton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309F1AD-7BB4-A672-CF66-6DA891BAD508}"/>
              </a:ext>
            </a:extLst>
          </p:cNvPr>
          <p:cNvSpPr txBox="1"/>
          <p:nvPr/>
        </p:nvSpPr>
        <p:spPr>
          <a:xfrm>
            <a:off x="16920" y="4043135"/>
            <a:ext cx="1279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Hand_skeleton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箭头: 下 23">
            <a:extLst>
              <a:ext uri="{FF2B5EF4-FFF2-40B4-BE49-F238E27FC236}">
                <a16:creationId xmlns:a16="http://schemas.microsoft.com/office/drawing/2014/main" id="{58FC8A5A-4643-4564-4669-F89E1421E64B}"/>
              </a:ext>
            </a:extLst>
          </p:cNvPr>
          <p:cNvSpPr/>
          <p:nvPr/>
        </p:nvSpPr>
        <p:spPr>
          <a:xfrm rot="16984807">
            <a:off x="2403637" y="3831587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5" name="箭头: 下 24">
            <a:extLst>
              <a:ext uri="{FF2B5EF4-FFF2-40B4-BE49-F238E27FC236}">
                <a16:creationId xmlns:a16="http://schemas.microsoft.com/office/drawing/2014/main" id="{A64F378C-3F5D-C2EF-8009-189681E2FE9B}"/>
              </a:ext>
            </a:extLst>
          </p:cNvPr>
          <p:cNvSpPr/>
          <p:nvPr/>
        </p:nvSpPr>
        <p:spPr>
          <a:xfrm rot="15445193">
            <a:off x="2414057" y="4028772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52DFB45-936B-23E7-015B-36FADA2187DC}"/>
              </a:ext>
            </a:extLst>
          </p:cNvPr>
          <p:cNvSpPr txBox="1"/>
          <p:nvPr/>
        </p:nvSpPr>
        <p:spPr>
          <a:xfrm>
            <a:off x="6956" y="4415446"/>
            <a:ext cx="12307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Pose_skeleton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C6C0349-D59F-6B1A-E536-5BD84DE1CF4D}"/>
              </a:ext>
            </a:extLst>
          </p:cNvPr>
          <p:cNvSpPr txBox="1"/>
          <p:nvPr/>
        </p:nvSpPr>
        <p:spPr>
          <a:xfrm>
            <a:off x="7845" y="4723223"/>
            <a:ext cx="1279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Hand_skeleton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箭头: 下 27">
            <a:extLst>
              <a:ext uri="{FF2B5EF4-FFF2-40B4-BE49-F238E27FC236}">
                <a16:creationId xmlns:a16="http://schemas.microsoft.com/office/drawing/2014/main" id="{B45451BD-41F6-EE8B-995C-E7156D7507C2}"/>
              </a:ext>
            </a:extLst>
          </p:cNvPr>
          <p:cNvSpPr/>
          <p:nvPr/>
        </p:nvSpPr>
        <p:spPr>
          <a:xfrm rot="16984807">
            <a:off x="2346041" y="4523261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9" name="箭头: 下 28">
            <a:extLst>
              <a:ext uri="{FF2B5EF4-FFF2-40B4-BE49-F238E27FC236}">
                <a16:creationId xmlns:a16="http://schemas.microsoft.com/office/drawing/2014/main" id="{5FCC7A2C-B419-BF27-1876-FDFD1EE8899A}"/>
              </a:ext>
            </a:extLst>
          </p:cNvPr>
          <p:cNvSpPr/>
          <p:nvPr/>
        </p:nvSpPr>
        <p:spPr>
          <a:xfrm rot="15445193">
            <a:off x="2356461" y="4720446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0" name="箭头: 下 29">
            <a:extLst>
              <a:ext uri="{FF2B5EF4-FFF2-40B4-BE49-F238E27FC236}">
                <a16:creationId xmlns:a16="http://schemas.microsoft.com/office/drawing/2014/main" id="{7492D80D-6DEF-53E1-7144-6BC7DC466EBB}"/>
              </a:ext>
            </a:extLst>
          </p:cNvPr>
          <p:cNvSpPr/>
          <p:nvPr/>
        </p:nvSpPr>
        <p:spPr>
          <a:xfrm rot="16200000">
            <a:off x="1343353" y="3070311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BAA0E3DC-0202-9A14-2C4B-C0BEDC529AE4}"/>
              </a:ext>
            </a:extLst>
          </p:cNvPr>
          <p:cNvSpPr/>
          <p:nvPr/>
        </p:nvSpPr>
        <p:spPr>
          <a:xfrm>
            <a:off x="1610291" y="3174995"/>
            <a:ext cx="671045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injection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箭头: 下 31">
            <a:extLst>
              <a:ext uri="{FF2B5EF4-FFF2-40B4-BE49-F238E27FC236}">
                <a16:creationId xmlns:a16="http://schemas.microsoft.com/office/drawing/2014/main" id="{C654796B-F78E-A716-7F22-A28A99C8DEFA}"/>
              </a:ext>
            </a:extLst>
          </p:cNvPr>
          <p:cNvSpPr/>
          <p:nvPr/>
        </p:nvSpPr>
        <p:spPr>
          <a:xfrm rot="16200000">
            <a:off x="1349222" y="3405880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BAB7CB2B-7FD2-F2CA-72FF-AD45464DFBEF}"/>
              </a:ext>
            </a:extLst>
          </p:cNvPr>
          <p:cNvSpPr/>
          <p:nvPr/>
        </p:nvSpPr>
        <p:spPr>
          <a:xfrm>
            <a:off x="1616160" y="3510564"/>
            <a:ext cx="671045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injection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箭头: 下 33">
            <a:extLst>
              <a:ext uri="{FF2B5EF4-FFF2-40B4-BE49-F238E27FC236}">
                <a16:creationId xmlns:a16="http://schemas.microsoft.com/office/drawing/2014/main" id="{2FFC38B2-5FF6-452D-C717-E37A98F5EE30}"/>
              </a:ext>
            </a:extLst>
          </p:cNvPr>
          <p:cNvSpPr/>
          <p:nvPr/>
        </p:nvSpPr>
        <p:spPr>
          <a:xfrm rot="16200000">
            <a:off x="1316254" y="3754482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0B83FD35-C795-FF9A-37B8-7404031F7036}"/>
              </a:ext>
            </a:extLst>
          </p:cNvPr>
          <p:cNvSpPr/>
          <p:nvPr/>
        </p:nvSpPr>
        <p:spPr>
          <a:xfrm>
            <a:off x="1583192" y="3859166"/>
            <a:ext cx="671045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injection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箭头: 下 35">
            <a:extLst>
              <a:ext uri="{FF2B5EF4-FFF2-40B4-BE49-F238E27FC236}">
                <a16:creationId xmlns:a16="http://schemas.microsoft.com/office/drawing/2014/main" id="{D5F898A9-83E6-F521-396C-D7C5CE24E962}"/>
              </a:ext>
            </a:extLst>
          </p:cNvPr>
          <p:cNvSpPr/>
          <p:nvPr/>
        </p:nvSpPr>
        <p:spPr>
          <a:xfrm rot="16200000">
            <a:off x="1338587" y="4039437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7650CDF4-D190-6C3A-F2AC-3FFE321BE878}"/>
              </a:ext>
            </a:extLst>
          </p:cNvPr>
          <p:cNvSpPr/>
          <p:nvPr/>
        </p:nvSpPr>
        <p:spPr>
          <a:xfrm>
            <a:off x="1605525" y="4144121"/>
            <a:ext cx="671045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injection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箭头: 下 37">
            <a:extLst>
              <a:ext uri="{FF2B5EF4-FFF2-40B4-BE49-F238E27FC236}">
                <a16:creationId xmlns:a16="http://schemas.microsoft.com/office/drawing/2014/main" id="{D427A6DE-21FF-E1F6-6C21-518597F240D7}"/>
              </a:ext>
            </a:extLst>
          </p:cNvPr>
          <p:cNvSpPr/>
          <p:nvPr/>
        </p:nvSpPr>
        <p:spPr>
          <a:xfrm rot="16200000">
            <a:off x="1290663" y="4415972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F55F492B-EC40-A54E-3DEA-B21006547DDE}"/>
              </a:ext>
            </a:extLst>
          </p:cNvPr>
          <p:cNvSpPr/>
          <p:nvPr/>
        </p:nvSpPr>
        <p:spPr>
          <a:xfrm>
            <a:off x="1557601" y="4520656"/>
            <a:ext cx="671045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injection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箭头: 下 39">
            <a:extLst>
              <a:ext uri="{FF2B5EF4-FFF2-40B4-BE49-F238E27FC236}">
                <a16:creationId xmlns:a16="http://schemas.microsoft.com/office/drawing/2014/main" id="{A9B1A1FC-B2C7-BFB6-5086-E390F9FC97C3}"/>
              </a:ext>
            </a:extLst>
          </p:cNvPr>
          <p:cNvSpPr/>
          <p:nvPr/>
        </p:nvSpPr>
        <p:spPr>
          <a:xfrm rot="16200000">
            <a:off x="1315596" y="4732016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87A7DF6E-BF1E-BCA1-53C6-E74A1DCBAC71}"/>
              </a:ext>
            </a:extLst>
          </p:cNvPr>
          <p:cNvSpPr/>
          <p:nvPr/>
        </p:nvSpPr>
        <p:spPr>
          <a:xfrm>
            <a:off x="1582534" y="4836700"/>
            <a:ext cx="671045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injection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箭头: 下 41">
            <a:extLst>
              <a:ext uri="{FF2B5EF4-FFF2-40B4-BE49-F238E27FC236}">
                <a16:creationId xmlns:a16="http://schemas.microsoft.com/office/drawing/2014/main" id="{8C1A5FAD-997E-F8DE-604D-16D498DA3EF0}"/>
              </a:ext>
            </a:extLst>
          </p:cNvPr>
          <p:cNvSpPr/>
          <p:nvPr/>
        </p:nvSpPr>
        <p:spPr>
          <a:xfrm rot="16200000">
            <a:off x="1315172" y="5222825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86F29590-A87D-CB6C-FF48-59E3795929F2}"/>
              </a:ext>
            </a:extLst>
          </p:cNvPr>
          <p:cNvSpPr/>
          <p:nvPr/>
        </p:nvSpPr>
        <p:spPr>
          <a:xfrm>
            <a:off x="1582110" y="5327509"/>
            <a:ext cx="671045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injection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箭头: 下 43">
            <a:extLst>
              <a:ext uri="{FF2B5EF4-FFF2-40B4-BE49-F238E27FC236}">
                <a16:creationId xmlns:a16="http://schemas.microsoft.com/office/drawing/2014/main" id="{14121FA7-4DAC-EC8B-8C86-844158F44A3D}"/>
              </a:ext>
            </a:extLst>
          </p:cNvPr>
          <p:cNvSpPr/>
          <p:nvPr/>
        </p:nvSpPr>
        <p:spPr>
          <a:xfrm rot="16200000">
            <a:off x="1315172" y="5498284"/>
            <a:ext cx="170352" cy="36352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7D9D648F-4A9E-C48C-DF51-6D83679DE245}"/>
              </a:ext>
            </a:extLst>
          </p:cNvPr>
          <p:cNvSpPr/>
          <p:nvPr/>
        </p:nvSpPr>
        <p:spPr>
          <a:xfrm>
            <a:off x="1582110" y="5602968"/>
            <a:ext cx="671045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injection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7" name="图片 76">
            <a:extLst>
              <a:ext uri="{FF2B5EF4-FFF2-40B4-BE49-F238E27FC236}">
                <a16:creationId xmlns:a16="http://schemas.microsoft.com/office/drawing/2014/main" id="{F9A4EBA8-C11B-0B87-5635-679AB8237A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551" y="1122414"/>
            <a:ext cx="2008732" cy="1942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346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35FE83B-7D5F-CC6B-2709-143B0A74F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1" name="组合 320">
            <a:extLst>
              <a:ext uri="{FF2B5EF4-FFF2-40B4-BE49-F238E27FC236}">
                <a16:creationId xmlns:a16="http://schemas.microsoft.com/office/drawing/2014/main" id="{633F738E-7800-F75E-3AD0-43B5DC01B220}"/>
              </a:ext>
            </a:extLst>
          </p:cNvPr>
          <p:cNvGrpSpPr/>
          <p:nvPr/>
        </p:nvGrpSpPr>
        <p:grpSpPr>
          <a:xfrm>
            <a:off x="211726" y="175857"/>
            <a:ext cx="1162420" cy="6438302"/>
            <a:chOff x="293006" y="175857"/>
            <a:chExt cx="1162420" cy="6438302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EEDADA3A-2984-1F60-4B46-8D71EDA2DEC6}"/>
                </a:ext>
              </a:extLst>
            </p:cNvPr>
            <p:cNvSpPr/>
            <p:nvPr/>
          </p:nvSpPr>
          <p:spPr>
            <a:xfrm>
              <a:off x="407465" y="2496286"/>
              <a:ext cx="956709" cy="424234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STAGE 1</a:t>
              </a:r>
              <a:endPara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80B9A9E9-D803-FA15-AC31-33C3614579C5}"/>
                </a:ext>
              </a:extLst>
            </p:cNvPr>
            <p:cNvSpPr/>
            <p:nvPr/>
          </p:nvSpPr>
          <p:spPr>
            <a:xfrm>
              <a:off x="407466" y="3432294"/>
              <a:ext cx="956709" cy="369283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STAGE 2</a:t>
              </a:r>
              <a:endPara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A94D146D-5B48-32FA-3C41-37FC1805A16F}"/>
                </a:ext>
              </a:extLst>
            </p:cNvPr>
            <p:cNvSpPr/>
            <p:nvPr/>
          </p:nvSpPr>
          <p:spPr>
            <a:xfrm>
              <a:off x="407465" y="4316967"/>
              <a:ext cx="956709" cy="424234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STAGE 3</a:t>
              </a:r>
              <a:endPara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F6F94DEE-77C7-838A-77BC-8037071113E6}"/>
                </a:ext>
              </a:extLst>
            </p:cNvPr>
            <p:cNvSpPr/>
            <p:nvPr/>
          </p:nvSpPr>
          <p:spPr>
            <a:xfrm>
              <a:off x="407465" y="5266637"/>
              <a:ext cx="956709" cy="424234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STAGE 4</a:t>
              </a:r>
              <a:endPara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49B4BE51-E96D-B198-8EF8-76B491AC5891}"/>
                </a:ext>
              </a:extLst>
            </p:cNvPr>
            <p:cNvSpPr/>
            <p:nvPr/>
          </p:nvSpPr>
          <p:spPr>
            <a:xfrm>
              <a:off x="407465" y="1556264"/>
              <a:ext cx="956709" cy="424234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STAGE 0</a:t>
              </a:r>
              <a:endPara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B563DCE0-7263-9AD0-A720-D7D7380CDC59}"/>
                </a:ext>
              </a:extLst>
            </p:cNvPr>
            <p:cNvSpPr txBox="1"/>
            <p:nvPr/>
          </p:nvSpPr>
          <p:spPr>
            <a:xfrm>
              <a:off x="452425" y="800696"/>
              <a:ext cx="841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EA35D229-8451-6345-94D2-2BE13EAB398A}"/>
                </a:ext>
              </a:extLst>
            </p:cNvPr>
            <p:cNvSpPr txBox="1"/>
            <p:nvPr/>
          </p:nvSpPr>
          <p:spPr>
            <a:xfrm>
              <a:off x="407466" y="6196531"/>
              <a:ext cx="9567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箭头: 下 30">
              <a:extLst>
                <a:ext uri="{FF2B5EF4-FFF2-40B4-BE49-F238E27FC236}">
                  <a16:creationId xmlns:a16="http://schemas.microsoft.com/office/drawing/2014/main" id="{B0B09C61-CC63-130D-14F6-36C062D05F7D}"/>
                </a:ext>
              </a:extLst>
            </p:cNvPr>
            <p:cNvSpPr/>
            <p:nvPr/>
          </p:nvSpPr>
          <p:spPr>
            <a:xfrm>
              <a:off x="808331" y="2074554"/>
              <a:ext cx="174651" cy="361502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61" name="箭头: 下 60">
              <a:extLst>
                <a:ext uri="{FF2B5EF4-FFF2-40B4-BE49-F238E27FC236}">
                  <a16:creationId xmlns:a16="http://schemas.microsoft.com/office/drawing/2014/main" id="{1B2EE923-DE5C-0511-70C1-377EA70EE9DC}"/>
                </a:ext>
              </a:extLst>
            </p:cNvPr>
            <p:cNvSpPr/>
            <p:nvPr/>
          </p:nvSpPr>
          <p:spPr>
            <a:xfrm>
              <a:off x="808331" y="3004099"/>
              <a:ext cx="174651" cy="361502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62" name="箭头: 下 61">
              <a:extLst>
                <a:ext uri="{FF2B5EF4-FFF2-40B4-BE49-F238E27FC236}">
                  <a16:creationId xmlns:a16="http://schemas.microsoft.com/office/drawing/2014/main" id="{16BD86B7-3C19-7910-BB64-28061784D6D5}"/>
                </a:ext>
              </a:extLst>
            </p:cNvPr>
            <p:cNvSpPr/>
            <p:nvPr/>
          </p:nvSpPr>
          <p:spPr>
            <a:xfrm>
              <a:off x="808330" y="3863911"/>
              <a:ext cx="174651" cy="361502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63" name="箭头: 下 62">
              <a:extLst>
                <a:ext uri="{FF2B5EF4-FFF2-40B4-BE49-F238E27FC236}">
                  <a16:creationId xmlns:a16="http://schemas.microsoft.com/office/drawing/2014/main" id="{C707762F-D9D3-DE5C-D9F0-4AF28E8990C4}"/>
                </a:ext>
              </a:extLst>
            </p:cNvPr>
            <p:cNvSpPr/>
            <p:nvPr/>
          </p:nvSpPr>
          <p:spPr>
            <a:xfrm>
              <a:off x="808330" y="4834940"/>
              <a:ext cx="174651" cy="361502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64" name="箭头: 下 63">
              <a:extLst>
                <a:ext uri="{FF2B5EF4-FFF2-40B4-BE49-F238E27FC236}">
                  <a16:creationId xmlns:a16="http://schemas.microsoft.com/office/drawing/2014/main" id="{28637D74-45EC-2AF0-4F0B-7B81E7954A67}"/>
                </a:ext>
              </a:extLst>
            </p:cNvPr>
            <p:cNvSpPr/>
            <p:nvPr/>
          </p:nvSpPr>
          <p:spPr>
            <a:xfrm>
              <a:off x="796021" y="1134104"/>
              <a:ext cx="174651" cy="362392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65" name="箭头: 下 64">
              <a:extLst>
                <a:ext uri="{FF2B5EF4-FFF2-40B4-BE49-F238E27FC236}">
                  <a16:creationId xmlns:a16="http://schemas.microsoft.com/office/drawing/2014/main" id="{7A084CD5-7F19-6293-6490-AD6C8FF0B7BE}"/>
                </a:ext>
              </a:extLst>
            </p:cNvPr>
            <p:cNvSpPr/>
            <p:nvPr/>
          </p:nvSpPr>
          <p:spPr>
            <a:xfrm>
              <a:off x="808330" y="5797733"/>
              <a:ext cx="174651" cy="362392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575F6A5E-7BE4-04CC-5BA3-9C7072CE6AEB}"/>
                </a:ext>
              </a:extLst>
            </p:cNvPr>
            <p:cNvSpPr/>
            <p:nvPr/>
          </p:nvSpPr>
          <p:spPr>
            <a:xfrm>
              <a:off x="293006" y="434376"/>
              <a:ext cx="1162420" cy="6179783"/>
            </a:xfrm>
            <a:prstGeom prst="rect">
              <a:avLst/>
            </a:prstGeom>
            <a:noFill/>
            <a:ln w="31750">
              <a:solidFill>
                <a:schemeClr val="tx1">
                  <a:lumMod val="75000"/>
                  <a:lumOff val="25000"/>
                  <a:alpha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35A066FD-D1D8-D887-AE97-F1455D8274EE}"/>
                </a:ext>
              </a:extLst>
            </p:cNvPr>
            <p:cNvSpPr/>
            <p:nvPr/>
          </p:nvSpPr>
          <p:spPr>
            <a:xfrm>
              <a:off x="393357" y="175857"/>
              <a:ext cx="979980" cy="473463"/>
            </a:xfrm>
            <a:prstGeom prst="rect">
              <a:avLst/>
            </a:prstGeom>
            <a:solidFill>
              <a:srgbClr val="FF0000"/>
            </a:solidFill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ResNet50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矩形 24">
            <a:extLst>
              <a:ext uri="{FF2B5EF4-FFF2-40B4-BE49-F238E27FC236}">
                <a16:creationId xmlns:a16="http://schemas.microsoft.com/office/drawing/2014/main" id="{748FBCE4-5A21-918D-64AF-2A66FE0AAF27}"/>
              </a:ext>
            </a:extLst>
          </p:cNvPr>
          <p:cNvSpPr/>
          <p:nvPr/>
        </p:nvSpPr>
        <p:spPr>
          <a:xfrm>
            <a:off x="2111556" y="1096397"/>
            <a:ext cx="1249769" cy="3422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CONV: 7×7,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64,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</a:t>
            </a:r>
          </a:p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BN, RELU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B15CD06-6E10-F3B0-B380-52FEDE18A9EA}"/>
              </a:ext>
            </a:extLst>
          </p:cNvPr>
          <p:cNvSpPr/>
          <p:nvPr/>
        </p:nvSpPr>
        <p:spPr>
          <a:xfrm>
            <a:off x="2111555" y="1745817"/>
            <a:ext cx="1263305" cy="22056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MAXPOOL: 3×3,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B019D154-1BD4-717C-B823-0C3749C251CA}"/>
              </a:ext>
            </a:extLst>
          </p:cNvPr>
          <p:cNvSpPr/>
          <p:nvPr/>
        </p:nvSpPr>
        <p:spPr>
          <a:xfrm>
            <a:off x="2004336" y="303240"/>
            <a:ext cx="1479481" cy="2226810"/>
          </a:xfrm>
          <a:prstGeom prst="roundRect">
            <a:avLst/>
          </a:prstGeom>
          <a:noFill/>
          <a:ln w="25400">
            <a:solidFill>
              <a:srgbClr val="F6AC8D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4607816-A54F-8057-0DD8-4E6B70900F9D}"/>
              </a:ext>
            </a:extLst>
          </p:cNvPr>
          <p:cNvSpPr/>
          <p:nvPr/>
        </p:nvSpPr>
        <p:spPr>
          <a:xfrm>
            <a:off x="2275411" y="191882"/>
            <a:ext cx="963344" cy="2838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0</a:t>
            </a:r>
            <a:endParaRPr lang="zh-CN" alt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CF24BCF5-0192-83A3-F891-F7ECFD7A1489}"/>
              </a:ext>
            </a:extLst>
          </p:cNvPr>
          <p:cNvSpPr txBox="1"/>
          <p:nvPr/>
        </p:nvSpPr>
        <p:spPr>
          <a:xfrm>
            <a:off x="2319882" y="611664"/>
            <a:ext cx="8657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(3, 224, 224)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4FF506E8-97AB-9FCE-7E31-6B5BD32CEEBB}"/>
              </a:ext>
            </a:extLst>
          </p:cNvPr>
          <p:cNvSpPr txBox="1"/>
          <p:nvPr/>
        </p:nvSpPr>
        <p:spPr>
          <a:xfrm>
            <a:off x="2380521" y="2154082"/>
            <a:ext cx="7659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(64, 56, 56)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93870878-9242-F34A-A354-C314EA837F9F}"/>
              </a:ext>
            </a:extLst>
          </p:cNvPr>
          <p:cNvSpPr/>
          <p:nvPr/>
        </p:nvSpPr>
        <p:spPr>
          <a:xfrm>
            <a:off x="2000226" y="2884070"/>
            <a:ext cx="1483591" cy="3717327"/>
          </a:xfrm>
          <a:prstGeom prst="roundRect">
            <a:avLst/>
          </a:prstGeom>
          <a:noFill/>
          <a:ln w="25400">
            <a:solidFill>
              <a:srgbClr val="F6AC8D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F813C88F-9D88-885A-22E4-9B31F658D22F}"/>
              </a:ext>
            </a:extLst>
          </p:cNvPr>
          <p:cNvSpPr/>
          <p:nvPr/>
        </p:nvSpPr>
        <p:spPr>
          <a:xfrm>
            <a:off x="2259194" y="2773595"/>
            <a:ext cx="963344" cy="2838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1</a:t>
            </a:r>
            <a:endParaRPr lang="zh-CN" alt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F95115E9-4C70-9196-0DBD-588ABE03E05B}"/>
              </a:ext>
            </a:extLst>
          </p:cNvPr>
          <p:cNvSpPr/>
          <p:nvPr/>
        </p:nvSpPr>
        <p:spPr>
          <a:xfrm>
            <a:off x="2080773" y="3553853"/>
            <a:ext cx="1315221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BTNK1: 64, 56, 64, 1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C60FDF23-1D68-D20D-05B8-9B8A79843DFA}"/>
              </a:ext>
            </a:extLst>
          </p:cNvPr>
          <p:cNvSpPr txBox="1"/>
          <p:nvPr/>
        </p:nvSpPr>
        <p:spPr>
          <a:xfrm>
            <a:off x="2301498" y="4046676"/>
            <a:ext cx="876673" cy="25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(256, 56, 56)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2" name="矩形: 圆角 201">
            <a:extLst>
              <a:ext uri="{FF2B5EF4-FFF2-40B4-BE49-F238E27FC236}">
                <a16:creationId xmlns:a16="http://schemas.microsoft.com/office/drawing/2014/main" id="{DD38D941-5EA4-73F5-FA6E-9A2B506C64F5}"/>
              </a:ext>
            </a:extLst>
          </p:cNvPr>
          <p:cNvSpPr/>
          <p:nvPr/>
        </p:nvSpPr>
        <p:spPr>
          <a:xfrm>
            <a:off x="2076636" y="4574855"/>
            <a:ext cx="1315221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BTNK2: 256, 56</a:t>
            </a:r>
          </a:p>
        </p:txBody>
      </p:sp>
      <p:sp>
        <p:nvSpPr>
          <p:cNvPr id="236" name="文本框 235">
            <a:extLst>
              <a:ext uri="{FF2B5EF4-FFF2-40B4-BE49-F238E27FC236}">
                <a16:creationId xmlns:a16="http://schemas.microsoft.com/office/drawing/2014/main" id="{0486B40F-EB3C-CA79-4E96-F92A3B2811DF}"/>
              </a:ext>
            </a:extLst>
          </p:cNvPr>
          <p:cNvSpPr txBox="1"/>
          <p:nvPr/>
        </p:nvSpPr>
        <p:spPr>
          <a:xfrm>
            <a:off x="2281953" y="5100297"/>
            <a:ext cx="876673" cy="25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(256, 56, 56)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7" name="矩形: 圆角 236">
            <a:extLst>
              <a:ext uri="{FF2B5EF4-FFF2-40B4-BE49-F238E27FC236}">
                <a16:creationId xmlns:a16="http://schemas.microsoft.com/office/drawing/2014/main" id="{B5B288AA-F78A-BB68-0112-D761BB12A8E4}"/>
              </a:ext>
            </a:extLst>
          </p:cNvPr>
          <p:cNvSpPr/>
          <p:nvPr/>
        </p:nvSpPr>
        <p:spPr>
          <a:xfrm>
            <a:off x="2078394" y="5628476"/>
            <a:ext cx="1315221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BTNK2: 256, 56</a:t>
            </a:r>
          </a:p>
        </p:txBody>
      </p:sp>
      <p:sp>
        <p:nvSpPr>
          <p:cNvPr id="242" name="文本框 241">
            <a:extLst>
              <a:ext uri="{FF2B5EF4-FFF2-40B4-BE49-F238E27FC236}">
                <a16:creationId xmlns:a16="http://schemas.microsoft.com/office/drawing/2014/main" id="{9EC8A1F2-D721-3AED-214D-9944A888A9B4}"/>
              </a:ext>
            </a:extLst>
          </p:cNvPr>
          <p:cNvSpPr txBox="1"/>
          <p:nvPr/>
        </p:nvSpPr>
        <p:spPr>
          <a:xfrm>
            <a:off x="2325144" y="6207999"/>
            <a:ext cx="876673" cy="25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(256, 56, 56)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2" name="矩形: 圆角 251">
            <a:extLst>
              <a:ext uri="{FF2B5EF4-FFF2-40B4-BE49-F238E27FC236}">
                <a16:creationId xmlns:a16="http://schemas.microsoft.com/office/drawing/2014/main" id="{FCF42074-909B-F99E-BDF1-5CB2E713058F}"/>
              </a:ext>
            </a:extLst>
          </p:cNvPr>
          <p:cNvSpPr/>
          <p:nvPr/>
        </p:nvSpPr>
        <p:spPr>
          <a:xfrm>
            <a:off x="4202272" y="298554"/>
            <a:ext cx="1665070" cy="3445920"/>
          </a:xfrm>
          <a:prstGeom prst="roundRect">
            <a:avLst/>
          </a:prstGeom>
          <a:noFill/>
          <a:ln w="25400">
            <a:solidFill>
              <a:srgbClr val="F6AC8D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3" name="矩形: 圆角 252">
            <a:extLst>
              <a:ext uri="{FF2B5EF4-FFF2-40B4-BE49-F238E27FC236}">
                <a16:creationId xmlns:a16="http://schemas.microsoft.com/office/drawing/2014/main" id="{81FC7547-A57E-632F-505D-16B470AA76DE}"/>
              </a:ext>
            </a:extLst>
          </p:cNvPr>
          <p:cNvSpPr/>
          <p:nvPr/>
        </p:nvSpPr>
        <p:spPr>
          <a:xfrm>
            <a:off x="4558573" y="187825"/>
            <a:ext cx="963344" cy="2838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2</a:t>
            </a:r>
            <a:endParaRPr lang="zh-CN" alt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4" name="矩形: 圆角 253">
            <a:extLst>
              <a:ext uri="{FF2B5EF4-FFF2-40B4-BE49-F238E27FC236}">
                <a16:creationId xmlns:a16="http://schemas.microsoft.com/office/drawing/2014/main" id="{D43444CB-5C34-C4BC-F6FB-A65907B05169}"/>
              </a:ext>
            </a:extLst>
          </p:cNvPr>
          <p:cNvSpPr/>
          <p:nvPr/>
        </p:nvSpPr>
        <p:spPr>
          <a:xfrm>
            <a:off x="4321423" y="637243"/>
            <a:ext cx="1458315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BTNK1: 256, 56, 128, 2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" name="文本框 255">
            <a:extLst>
              <a:ext uri="{FF2B5EF4-FFF2-40B4-BE49-F238E27FC236}">
                <a16:creationId xmlns:a16="http://schemas.microsoft.com/office/drawing/2014/main" id="{8F9039BD-6E4E-1062-0C04-41F6B9F99450}"/>
              </a:ext>
            </a:extLst>
          </p:cNvPr>
          <p:cNvSpPr txBox="1"/>
          <p:nvPr/>
        </p:nvSpPr>
        <p:spPr>
          <a:xfrm>
            <a:off x="4623708" y="993390"/>
            <a:ext cx="876673" cy="25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(512, 28, 28)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7" name="矩形: 圆角 256">
            <a:extLst>
              <a:ext uri="{FF2B5EF4-FFF2-40B4-BE49-F238E27FC236}">
                <a16:creationId xmlns:a16="http://schemas.microsoft.com/office/drawing/2014/main" id="{7F1E7600-C821-229B-9291-CA7666F9D4FB}"/>
              </a:ext>
            </a:extLst>
          </p:cNvPr>
          <p:cNvSpPr/>
          <p:nvPr/>
        </p:nvSpPr>
        <p:spPr>
          <a:xfrm>
            <a:off x="4317286" y="1424565"/>
            <a:ext cx="1458315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BTNK2: 512, 28</a:t>
            </a: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8E1E4950-A038-E8A5-95B7-2BC101DE8EDF}"/>
              </a:ext>
            </a:extLst>
          </p:cNvPr>
          <p:cNvSpPr txBox="1"/>
          <p:nvPr/>
        </p:nvSpPr>
        <p:spPr>
          <a:xfrm>
            <a:off x="4616898" y="1766278"/>
            <a:ext cx="876673" cy="25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(512, 28, 28)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0" name="矩形: 圆角 259">
            <a:extLst>
              <a:ext uri="{FF2B5EF4-FFF2-40B4-BE49-F238E27FC236}">
                <a16:creationId xmlns:a16="http://schemas.microsoft.com/office/drawing/2014/main" id="{C646237D-1CA3-6335-810F-3CF48F01403C}"/>
              </a:ext>
            </a:extLst>
          </p:cNvPr>
          <p:cNvSpPr/>
          <p:nvPr/>
        </p:nvSpPr>
        <p:spPr>
          <a:xfrm>
            <a:off x="4319044" y="2173386"/>
            <a:ext cx="1456833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BTNK2: 512, 28</a:t>
            </a:r>
          </a:p>
        </p:txBody>
      </p:sp>
      <p:sp>
        <p:nvSpPr>
          <p:cNvPr id="263" name="文本框 262">
            <a:extLst>
              <a:ext uri="{FF2B5EF4-FFF2-40B4-BE49-F238E27FC236}">
                <a16:creationId xmlns:a16="http://schemas.microsoft.com/office/drawing/2014/main" id="{5D894384-9D6C-72A2-C3A0-0A00D179AE75}"/>
              </a:ext>
            </a:extLst>
          </p:cNvPr>
          <p:cNvSpPr txBox="1"/>
          <p:nvPr/>
        </p:nvSpPr>
        <p:spPr>
          <a:xfrm>
            <a:off x="4615587" y="2576247"/>
            <a:ext cx="876673" cy="25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(512, 28, 28)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连接符: 曲线 40">
            <a:extLst>
              <a:ext uri="{FF2B5EF4-FFF2-40B4-BE49-F238E27FC236}">
                <a16:creationId xmlns:a16="http://schemas.microsoft.com/office/drawing/2014/main" id="{9522F90E-D0BF-3B70-20B0-723551DB01B9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 rot="16200000" flipH="1">
            <a:off x="2586256" y="1588865"/>
            <a:ext cx="307136" cy="6767"/>
          </a:xfrm>
          <a:prstGeom prst="curvedConnector3">
            <a:avLst/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连接符: 曲线 82">
            <a:extLst>
              <a:ext uri="{FF2B5EF4-FFF2-40B4-BE49-F238E27FC236}">
                <a16:creationId xmlns:a16="http://schemas.microsoft.com/office/drawing/2014/main" id="{C6760483-ACBD-02A1-3875-B8C244EFEEAE}"/>
              </a:ext>
            </a:extLst>
          </p:cNvPr>
          <p:cNvCxnSpPr>
            <a:cxnSpLocks/>
            <a:stCxn id="85" idx="2"/>
            <a:endCxn id="25" idx="0"/>
          </p:cNvCxnSpPr>
          <p:nvPr/>
        </p:nvCxnSpPr>
        <p:spPr>
          <a:xfrm rot="5400000">
            <a:off x="2625337" y="968990"/>
            <a:ext cx="238512" cy="16303"/>
          </a:xfrm>
          <a:prstGeom prst="curvedConnector3">
            <a:avLst/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6" name="连接符: 曲线 185">
            <a:extLst>
              <a:ext uri="{FF2B5EF4-FFF2-40B4-BE49-F238E27FC236}">
                <a16:creationId xmlns:a16="http://schemas.microsoft.com/office/drawing/2014/main" id="{3D5DE208-CC7C-DA78-954C-4B49E4DD164D}"/>
              </a:ext>
            </a:extLst>
          </p:cNvPr>
          <p:cNvCxnSpPr>
            <a:cxnSpLocks/>
            <a:stCxn id="89" idx="1"/>
            <a:endCxn id="181" idx="0"/>
          </p:cNvCxnSpPr>
          <p:nvPr/>
        </p:nvCxnSpPr>
        <p:spPr>
          <a:xfrm rot="10800000" flipH="1" flipV="1">
            <a:off x="2380520" y="2277193"/>
            <a:ext cx="357863" cy="1276660"/>
          </a:xfrm>
          <a:prstGeom prst="curvedConnector4">
            <a:avLst>
              <a:gd name="adj1" fmla="val -117821"/>
              <a:gd name="adj2" fmla="val 84864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连接符: 曲线 193">
            <a:extLst>
              <a:ext uri="{FF2B5EF4-FFF2-40B4-BE49-F238E27FC236}">
                <a16:creationId xmlns:a16="http://schemas.microsoft.com/office/drawing/2014/main" id="{33A632A9-8886-43B2-8B3D-A153F8B74E55}"/>
              </a:ext>
            </a:extLst>
          </p:cNvPr>
          <p:cNvCxnSpPr>
            <a:cxnSpLocks/>
            <a:stCxn id="181" idx="2"/>
            <a:endCxn id="197" idx="0"/>
          </p:cNvCxnSpPr>
          <p:nvPr/>
        </p:nvCxnSpPr>
        <p:spPr>
          <a:xfrm rot="16200000" flipH="1">
            <a:off x="2588380" y="3895221"/>
            <a:ext cx="301458" cy="1451"/>
          </a:xfrm>
          <a:prstGeom prst="curvedConnector3">
            <a:avLst/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3" name="连接符: 曲线 202">
            <a:extLst>
              <a:ext uri="{FF2B5EF4-FFF2-40B4-BE49-F238E27FC236}">
                <a16:creationId xmlns:a16="http://schemas.microsoft.com/office/drawing/2014/main" id="{0D73CD21-E793-8F3C-2DCF-AA0D1EF2C6BC}"/>
              </a:ext>
            </a:extLst>
          </p:cNvPr>
          <p:cNvCxnSpPr>
            <a:cxnSpLocks/>
            <a:stCxn id="197" idx="2"/>
            <a:endCxn id="202" idx="0"/>
          </p:cNvCxnSpPr>
          <p:nvPr/>
        </p:nvCxnSpPr>
        <p:spPr>
          <a:xfrm rot="5400000">
            <a:off x="2600570" y="4435589"/>
            <a:ext cx="272943" cy="5588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8" name="连接符: 曲线 237">
            <a:extLst>
              <a:ext uri="{FF2B5EF4-FFF2-40B4-BE49-F238E27FC236}">
                <a16:creationId xmlns:a16="http://schemas.microsoft.com/office/drawing/2014/main" id="{DE46920B-CEB1-0056-D65D-C9C5BD8B464D}"/>
              </a:ext>
            </a:extLst>
          </p:cNvPr>
          <p:cNvCxnSpPr>
            <a:cxnSpLocks/>
            <a:stCxn id="236" idx="2"/>
            <a:endCxn id="237" idx="0"/>
          </p:cNvCxnSpPr>
          <p:nvPr/>
        </p:nvCxnSpPr>
        <p:spPr>
          <a:xfrm rot="16200000" flipH="1">
            <a:off x="2591676" y="5484146"/>
            <a:ext cx="272943" cy="15715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9" name="连接符: 曲线 238">
            <a:extLst>
              <a:ext uri="{FF2B5EF4-FFF2-40B4-BE49-F238E27FC236}">
                <a16:creationId xmlns:a16="http://schemas.microsoft.com/office/drawing/2014/main" id="{6A664FA8-0166-7D39-1AA3-58025C084568}"/>
              </a:ext>
            </a:extLst>
          </p:cNvPr>
          <p:cNvCxnSpPr>
            <a:cxnSpLocks/>
            <a:stCxn id="202" idx="2"/>
            <a:endCxn id="236" idx="0"/>
          </p:cNvCxnSpPr>
          <p:nvPr/>
        </p:nvCxnSpPr>
        <p:spPr>
          <a:xfrm rot="5400000">
            <a:off x="2560231" y="4926280"/>
            <a:ext cx="334077" cy="13957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3" name="连接符: 曲线 242">
            <a:extLst>
              <a:ext uri="{FF2B5EF4-FFF2-40B4-BE49-F238E27FC236}">
                <a16:creationId xmlns:a16="http://schemas.microsoft.com/office/drawing/2014/main" id="{6C32FBE6-0409-83F7-3D67-AF69DA91479A}"/>
              </a:ext>
            </a:extLst>
          </p:cNvPr>
          <p:cNvCxnSpPr>
            <a:cxnSpLocks/>
            <a:stCxn id="237" idx="2"/>
            <a:endCxn id="242" idx="0"/>
          </p:cNvCxnSpPr>
          <p:nvPr/>
        </p:nvCxnSpPr>
        <p:spPr>
          <a:xfrm rot="16200000" flipH="1">
            <a:off x="2555664" y="6000182"/>
            <a:ext cx="388158" cy="27476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5" name="连接符: 曲线 254">
            <a:extLst>
              <a:ext uri="{FF2B5EF4-FFF2-40B4-BE49-F238E27FC236}">
                <a16:creationId xmlns:a16="http://schemas.microsoft.com/office/drawing/2014/main" id="{C680CD1A-7DF8-ED97-E760-040DEB953DC7}"/>
              </a:ext>
            </a:extLst>
          </p:cNvPr>
          <p:cNvCxnSpPr>
            <a:cxnSpLocks/>
            <a:stCxn id="254" idx="2"/>
            <a:endCxn id="256" idx="0"/>
          </p:cNvCxnSpPr>
          <p:nvPr/>
        </p:nvCxnSpPr>
        <p:spPr>
          <a:xfrm rot="16200000" flipH="1">
            <a:off x="4973922" y="905267"/>
            <a:ext cx="164782" cy="11464"/>
          </a:xfrm>
          <a:prstGeom prst="curvedConnector3">
            <a:avLst/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8" name="连接符: 曲线 257">
            <a:extLst>
              <a:ext uri="{FF2B5EF4-FFF2-40B4-BE49-F238E27FC236}">
                <a16:creationId xmlns:a16="http://schemas.microsoft.com/office/drawing/2014/main" id="{942A53B8-D0FF-A317-E249-36D02E057D94}"/>
              </a:ext>
            </a:extLst>
          </p:cNvPr>
          <p:cNvCxnSpPr>
            <a:cxnSpLocks/>
            <a:stCxn id="256" idx="2"/>
            <a:endCxn id="257" idx="0"/>
          </p:cNvCxnSpPr>
          <p:nvPr/>
        </p:nvCxnSpPr>
        <p:spPr>
          <a:xfrm rot="5400000">
            <a:off x="4966276" y="1328795"/>
            <a:ext cx="175939" cy="15601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1" name="连接符: 曲线 260">
            <a:extLst>
              <a:ext uri="{FF2B5EF4-FFF2-40B4-BE49-F238E27FC236}">
                <a16:creationId xmlns:a16="http://schemas.microsoft.com/office/drawing/2014/main" id="{43C7F760-2FA8-46DD-C18A-607B9C5CB843}"/>
              </a:ext>
            </a:extLst>
          </p:cNvPr>
          <p:cNvCxnSpPr>
            <a:cxnSpLocks/>
            <a:stCxn id="259" idx="2"/>
            <a:endCxn id="260" idx="0"/>
          </p:cNvCxnSpPr>
          <p:nvPr/>
        </p:nvCxnSpPr>
        <p:spPr>
          <a:xfrm rot="5400000">
            <a:off x="4975412" y="2093563"/>
            <a:ext cx="151872" cy="7774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2" name="连接符: 曲线 261">
            <a:extLst>
              <a:ext uri="{FF2B5EF4-FFF2-40B4-BE49-F238E27FC236}">
                <a16:creationId xmlns:a16="http://schemas.microsoft.com/office/drawing/2014/main" id="{768DDE19-54C5-0B3D-CFFF-69B93765C0C5}"/>
              </a:ext>
            </a:extLst>
          </p:cNvPr>
          <p:cNvCxnSpPr>
            <a:cxnSpLocks/>
            <a:stCxn id="257" idx="2"/>
            <a:endCxn id="259" idx="0"/>
          </p:cNvCxnSpPr>
          <p:nvPr/>
        </p:nvCxnSpPr>
        <p:spPr>
          <a:xfrm rot="16200000" flipH="1">
            <a:off x="4975665" y="1686708"/>
            <a:ext cx="150348" cy="8791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4" name="连接符: 曲线 263">
            <a:extLst>
              <a:ext uri="{FF2B5EF4-FFF2-40B4-BE49-F238E27FC236}">
                <a16:creationId xmlns:a16="http://schemas.microsoft.com/office/drawing/2014/main" id="{B69E2603-8FC5-C87E-3194-A85034D1AA64}"/>
              </a:ext>
            </a:extLst>
          </p:cNvPr>
          <p:cNvCxnSpPr>
            <a:cxnSpLocks/>
            <a:stCxn id="260" idx="2"/>
            <a:endCxn id="263" idx="0"/>
          </p:cNvCxnSpPr>
          <p:nvPr/>
        </p:nvCxnSpPr>
        <p:spPr>
          <a:xfrm rot="16200000" flipH="1">
            <a:off x="4944944" y="2467267"/>
            <a:ext cx="211496" cy="6463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5" name="连接符: 曲线 264">
            <a:extLst>
              <a:ext uri="{FF2B5EF4-FFF2-40B4-BE49-F238E27FC236}">
                <a16:creationId xmlns:a16="http://schemas.microsoft.com/office/drawing/2014/main" id="{11AEA8BB-CD2C-2E13-867B-9FDB8869CAC7}"/>
              </a:ext>
            </a:extLst>
          </p:cNvPr>
          <p:cNvCxnSpPr>
            <a:cxnSpLocks/>
            <a:stCxn id="242" idx="3"/>
            <a:endCxn id="254" idx="1"/>
          </p:cNvCxnSpPr>
          <p:nvPr/>
        </p:nvCxnSpPr>
        <p:spPr>
          <a:xfrm flipV="1">
            <a:off x="3201817" y="732926"/>
            <a:ext cx="1119606" cy="5602691"/>
          </a:xfrm>
          <a:prstGeom prst="curvedConnector3">
            <a:avLst>
              <a:gd name="adj1" fmla="val 58271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1" name="连接符: 曲线 280">
            <a:extLst>
              <a:ext uri="{FF2B5EF4-FFF2-40B4-BE49-F238E27FC236}">
                <a16:creationId xmlns:a16="http://schemas.microsoft.com/office/drawing/2014/main" id="{37807462-5520-2CC9-1F22-40AED7DAE339}"/>
              </a:ext>
            </a:extLst>
          </p:cNvPr>
          <p:cNvCxnSpPr>
            <a:cxnSpLocks/>
            <a:stCxn id="26" idx="2"/>
            <a:endCxn id="89" idx="0"/>
          </p:cNvCxnSpPr>
          <p:nvPr/>
        </p:nvCxnSpPr>
        <p:spPr>
          <a:xfrm rot="16200000" flipH="1">
            <a:off x="2659494" y="2050094"/>
            <a:ext cx="187702" cy="20274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5" name="直接连接符 294">
            <a:extLst>
              <a:ext uri="{FF2B5EF4-FFF2-40B4-BE49-F238E27FC236}">
                <a16:creationId xmlns:a16="http://schemas.microsoft.com/office/drawing/2014/main" id="{C8B0D5CB-0EDC-FD49-5ED0-8B324F4BE206}"/>
              </a:ext>
            </a:extLst>
          </p:cNvPr>
          <p:cNvCxnSpPr/>
          <p:nvPr/>
        </p:nvCxnSpPr>
        <p:spPr>
          <a:xfrm>
            <a:off x="1686560" y="0"/>
            <a:ext cx="0" cy="6858000"/>
          </a:xfrm>
          <a:prstGeom prst="line">
            <a:avLst/>
          </a:prstGeom>
          <a:ln w="63500">
            <a:solidFill>
              <a:schemeClr val="tx1"/>
            </a:solidFill>
            <a:prstDash val="soli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3" name="矩形: 圆角 302">
            <a:extLst>
              <a:ext uri="{FF2B5EF4-FFF2-40B4-BE49-F238E27FC236}">
                <a16:creationId xmlns:a16="http://schemas.microsoft.com/office/drawing/2014/main" id="{A7E6C53F-5283-193E-611C-27A80588F387}"/>
              </a:ext>
            </a:extLst>
          </p:cNvPr>
          <p:cNvSpPr/>
          <p:nvPr/>
        </p:nvSpPr>
        <p:spPr>
          <a:xfrm>
            <a:off x="4319044" y="2987936"/>
            <a:ext cx="1456833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BTNK2: 512, 28</a:t>
            </a:r>
          </a:p>
        </p:txBody>
      </p:sp>
      <p:sp>
        <p:nvSpPr>
          <p:cNvPr id="304" name="文本框 303">
            <a:extLst>
              <a:ext uri="{FF2B5EF4-FFF2-40B4-BE49-F238E27FC236}">
                <a16:creationId xmlns:a16="http://schemas.microsoft.com/office/drawing/2014/main" id="{73386DD8-B818-101A-C689-19B569D0A76D}"/>
              </a:ext>
            </a:extLst>
          </p:cNvPr>
          <p:cNvSpPr txBox="1"/>
          <p:nvPr/>
        </p:nvSpPr>
        <p:spPr>
          <a:xfrm>
            <a:off x="4623707" y="3374785"/>
            <a:ext cx="876673" cy="25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(512, 28, 28)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5" name="连接符: 曲线 304">
            <a:extLst>
              <a:ext uri="{FF2B5EF4-FFF2-40B4-BE49-F238E27FC236}">
                <a16:creationId xmlns:a16="http://schemas.microsoft.com/office/drawing/2014/main" id="{580EF489-62D2-B9A9-E669-B033F2F4A1F6}"/>
              </a:ext>
            </a:extLst>
          </p:cNvPr>
          <p:cNvCxnSpPr>
            <a:cxnSpLocks/>
            <a:stCxn id="263" idx="2"/>
            <a:endCxn id="303" idx="0"/>
          </p:cNvCxnSpPr>
          <p:nvPr/>
        </p:nvCxnSpPr>
        <p:spPr>
          <a:xfrm rot="5400000">
            <a:off x="4972467" y="2906478"/>
            <a:ext cx="156453" cy="6463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6" name="连接符: 曲线 305">
            <a:extLst>
              <a:ext uri="{FF2B5EF4-FFF2-40B4-BE49-F238E27FC236}">
                <a16:creationId xmlns:a16="http://schemas.microsoft.com/office/drawing/2014/main" id="{48B16C53-3704-3161-7B68-8C310C1ACA8A}"/>
              </a:ext>
            </a:extLst>
          </p:cNvPr>
          <p:cNvCxnSpPr>
            <a:cxnSpLocks/>
            <a:stCxn id="303" idx="2"/>
            <a:endCxn id="304" idx="0"/>
          </p:cNvCxnSpPr>
          <p:nvPr/>
        </p:nvCxnSpPr>
        <p:spPr>
          <a:xfrm rot="16200000" flipH="1">
            <a:off x="4957010" y="3269751"/>
            <a:ext cx="195484" cy="14583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2" name="矩形: 圆角 321">
            <a:extLst>
              <a:ext uri="{FF2B5EF4-FFF2-40B4-BE49-F238E27FC236}">
                <a16:creationId xmlns:a16="http://schemas.microsoft.com/office/drawing/2014/main" id="{FC250C15-BA4B-2E95-8CFF-FBDEC0ED7171}"/>
              </a:ext>
            </a:extLst>
          </p:cNvPr>
          <p:cNvSpPr/>
          <p:nvPr/>
        </p:nvSpPr>
        <p:spPr>
          <a:xfrm>
            <a:off x="6580162" y="296728"/>
            <a:ext cx="1657168" cy="6290025"/>
          </a:xfrm>
          <a:prstGeom prst="roundRect">
            <a:avLst/>
          </a:prstGeom>
          <a:noFill/>
          <a:ln w="25400">
            <a:solidFill>
              <a:srgbClr val="F6AC8D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3" name="矩形: 圆角 322">
            <a:extLst>
              <a:ext uri="{FF2B5EF4-FFF2-40B4-BE49-F238E27FC236}">
                <a16:creationId xmlns:a16="http://schemas.microsoft.com/office/drawing/2014/main" id="{E3AFE3D8-E4A6-ED4B-20BE-115E090672ED}"/>
              </a:ext>
            </a:extLst>
          </p:cNvPr>
          <p:cNvSpPr/>
          <p:nvPr/>
        </p:nvSpPr>
        <p:spPr>
          <a:xfrm>
            <a:off x="6910159" y="190962"/>
            <a:ext cx="963344" cy="2838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3</a:t>
            </a:r>
            <a:endParaRPr lang="zh-CN" alt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4" name="矩形: 圆角 323">
            <a:extLst>
              <a:ext uri="{FF2B5EF4-FFF2-40B4-BE49-F238E27FC236}">
                <a16:creationId xmlns:a16="http://schemas.microsoft.com/office/drawing/2014/main" id="{2BCD430D-57C5-340F-1E31-C8A14DA3D014}"/>
              </a:ext>
            </a:extLst>
          </p:cNvPr>
          <p:cNvSpPr/>
          <p:nvPr/>
        </p:nvSpPr>
        <p:spPr>
          <a:xfrm>
            <a:off x="6719035" y="611596"/>
            <a:ext cx="1442622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BTNK1: 512, 28, 256, 2  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5" name="文本框 324">
            <a:extLst>
              <a:ext uri="{FF2B5EF4-FFF2-40B4-BE49-F238E27FC236}">
                <a16:creationId xmlns:a16="http://schemas.microsoft.com/office/drawing/2014/main" id="{552A53C0-CF9D-C21F-0BB3-C6C358E53734}"/>
              </a:ext>
            </a:extLst>
          </p:cNvPr>
          <p:cNvSpPr txBox="1"/>
          <p:nvPr/>
        </p:nvSpPr>
        <p:spPr>
          <a:xfrm>
            <a:off x="6975209" y="1097442"/>
            <a:ext cx="876673" cy="25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(1024, 14, 14)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6" name="矩形: 圆角 325">
            <a:extLst>
              <a:ext uri="{FF2B5EF4-FFF2-40B4-BE49-F238E27FC236}">
                <a16:creationId xmlns:a16="http://schemas.microsoft.com/office/drawing/2014/main" id="{9E239737-6DEB-7AC3-EFA2-6B2C114AFC33}"/>
              </a:ext>
            </a:extLst>
          </p:cNvPr>
          <p:cNvSpPr/>
          <p:nvPr/>
        </p:nvSpPr>
        <p:spPr>
          <a:xfrm>
            <a:off x="6678466" y="1591958"/>
            <a:ext cx="1442622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BTNK2: 1024, 14</a:t>
            </a:r>
          </a:p>
        </p:txBody>
      </p:sp>
      <p:sp>
        <p:nvSpPr>
          <p:cNvPr id="327" name="文本框 326">
            <a:extLst>
              <a:ext uri="{FF2B5EF4-FFF2-40B4-BE49-F238E27FC236}">
                <a16:creationId xmlns:a16="http://schemas.microsoft.com/office/drawing/2014/main" id="{464CB353-DCDB-93CD-126B-A2408663FDB2}"/>
              </a:ext>
            </a:extLst>
          </p:cNvPr>
          <p:cNvSpPr txBox="1"/>
          <p:nvPr/>
        </p:nvSpPr>
        <p:spPr>
          <a:xfrm>
            <a:off x="6993388" y="2001697"/>
            <a:ext cx="876673" cy="25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(1024, 14, 14)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8" name="矩形: 圆角 327">
            <a:extLst>
              <a:ext uri="{FF2B5EF4-FFF2-40B4-BE49-F238E27FC236}">
                <a16:creationId xmlns:a16="http://schemas.microsoft.com/office/drawing/2014/main" id="{6B267E21-5F07-5C5C-4259-3E57B3EC134E}"/>
              </a:ext>
            </a:extLst>
          </p:cNvPr>
          <p:cNvSpPr/>
          <p:nvPr/>
        </p:nvSpPr>
        <p:spPr>
          <a:xfrm>
            <a:off x="6679932" y="2538140"/>
            <a:ext cx="1441156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BTNK2: 1024, 14</a:t>
            </a:r>
          </a:p>
        </p:txBody>
      </p:sp>
      <p:sp>
        <p:nvSpPr>
          <p:cNvPr id="329" name="文本框 328">
            <a:extLst>
              <a:ext uri="{FF2B5EF4-FFF2-40B4-BE49-F238E27FC236}">
                <a16:creationId xmlns:a16="http://schemas.microsoft.com/office/drawing/2014/main" id="{B5F28F95-3E5D-8BC7-B7A0-4F17E7104396}"/>
              </a:ext>
            </a:extLst>
          </p:cNvPr>
          <p:cNvSpPr txBox="1"/>
          <p:nvPr/>
        </p:nvSpPr>
        <p:spPr>
          <a:xfrm>
            <a:off x="6968325" y="3043087"/>
            <a:ext cx="876673" cy="25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(1024, 14, 14)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0" name="连接符: 曲线 329">
            <a:extLst>
              <a:ext uri="{FF2B5EF4-FFF2-40B4-BE49-F238E27FC236}">
                <a16:creationId xmlns:a16="http://schemas.microsoft.com/office/drawing/2014/main" id="{2D9AB34E-F47E-0712-24DB-8B5301A7F6CF}"/>
              </a:ext>
            </a:extLst>
          </p:cNvPr>
          <p:cNvCxnSpPr>
            <a:cxnSpLocks/>
            <a:stCxn id="324" idx="2"/>
            <a:endCxn id="325" idx="0"/>
          </p:cNvCxnSpPr>
          <p:nvPr/>
        </p:nvCxnSpPr>
        <p:spPr>
          <a:xfrm rot="5400000">
            <a:off x="7279706" y="936801"/>
            <a:ext cx="294481" cy="26800"/>
          </a:xfrm>
          <a:prstGeom prst="curvedConnector3">
            <a:avLst/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1" name="连接符: 曲线 330">
            <a:extLst>
              <a:ext uri="{FF2B5EF4-FFF2-40B4-BE49-F238E27FC236}">
                <a16:creationId xmlns:a16="http://schemas.microsoft.com/office/drawing/2014/main" id="{C1456982-939B-005B-DD7C-B18D1BD97C47}"/>
              </a:ext>
            </a:extLst>
          </p:cNvPr>
          <p:cNvCxnSpPr>
            <a:cxnSpLocks/>
            <a:endCxn id="326" idx="0"/>
          </p:cNvCxnSpPr>
          <p:nvPr/>
        </p:nvCxnSpPr>
        <p:spPr>
          <a:xfrm rot="5400000">
            <a:off x="7302262" y="1480674"/>
            <a:ext cx="208800" cy="13769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2" name="连接符: 曲线 331">
            <a:extLst>
              <a:ext uri="{FF2B5EF4-FFF2-40B4-BE49-F238E27FC236}">
                <a16:creationId xmlns:a16="http://schemas.microsoft.com/office/drawing/2014/main" id="{85959DD5-2260-BFD6-6170-387410FE68ED}"/>
              </a:ext>
            </a:extLst>
          </p:cNvPr>
          <p:cNvCxnSpPr>
            <a:cxnSpLocks/>
            <a:stCxn id="327" idx="2"/>
            <a:endCxn id="328" idx="0"/>
          </p:cNvCxnSpPr>
          <p:nvPr/>
        </p:nvCxnSpPr>
        <p:spPr>
          <a:xfrm rot="5400000">
            <a:off x="7275515" y="2381929"/>
            <a:ext cx="281207" cy="31215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3" name="连接符: 曲线 332">
            <a:extLst>
              <a:ext uri="{FF2B5EF4-FFF2-40B4-BE49-F238E27FC236}">
                <a16:creationId xmlns:a16="http://schemas.microsoft.com/office/drawing/2014/main" id="{62A4DA8A-1E9F-0EE0-815E-F556DFF73327}"/>
              </a:ext>
            </a:extLst>
          </p:cNvPr>
          <p:cNvCxnSpPr>
            <a:cxnSpLocks/>
            <a:stCxn id="326" idx="2"/>
            <a:endCxn id="327" idx="0"/>
          </p:cNvCxnSpPr>
          <p:nvPr/>
        </p:nvCxnSpPr>
        <p:spPr>
          <a:xfrm rot="16200000" flipH="1">
            <a:off x="7306564" y="1876536"/>
            <a:ext cx="218374" cy="31948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4" name="连接符: 曲线 333">
            <a:extLst>
              <a:ext uri="{FF2B5EF4-FFF2-40B4-BE49-F238E27FC236}">
                <a16:creationId xmlns:a16="http://schemas.microsoft.com/office/drawing/2014/main" id="{72E9F819-5BD4-F77C-8882-06DD9C4C04FB}"/>
              </a:ext>
            </a:extLst>
          </p:cNvPr>
          <p:cNvCxnSpPr>
            <a:cxnSpLocks/>
            <a:stCxn id="328" idx="2"/>
            <a:endCxn id="329" idx="0"/>
          </p:cNvCxnSpPr>
          <p:nvPr/>
        </p:nvCxnSpPr>
        <p:spPr>
          <a:xfrm rot="16200000" flipH="1">
            <a:off x="7246795" y="2883220"/>
            <a:ext cx="313582" cy="6152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5" name="矩形: 圆角 334">
            <a:extLst>
              <a:ext uri="{FF2B5EF4-FFF2-40B4-BE49-F238E27FC236}">
                <a16:creationId xmlns:a16="http://schemas.microsoft.com/office/drawing/2014/main" id="{B66F4F1B-72CC-0EC6-1B63-01B808380099}"/>
              </a:ext>
            </a:extLst>
          </p:cNvPr>
          <p:cNvSpPr/>
          <p:nvPr/>
        </p:nvSpPr>
        <p:spPr>
          <a:xfrm>
            <a:off x="6678466" y="3551569"/>
            <a:ext cx="1441156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BTNK2: 1024, 14</a:t>
            </a:r>
          </a:p>
        </p:txBody>
      </p:sp>
      <p:sp>
        <p:nvSpPr>
          <p:cNvPr id="336" name="文本框 335">
            <a:extLst>
              <a:ext uri="{FF2B5EF4-FFF2-40B4-BE49-F238E27FC236}">
                <a16:creationId xmlns:a16="http://schemas.microsoft.com/office/drawing/2014/main" id="{3C807234-4836-E4B8-7528-CE6E5DDD8FD1}"/>
              </a:ext>
            </a:extLst>
          </p:cNvPr>
          <p:cNvSpPr txBox="1"/>
          <p:nvPr/>
        </p:nvSpPr>
        <p:spPr>
          <a:xfrm>
            <a:off x="6997029" y="4035711"/>
            <a:ext cx="876673" cy="25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(1024, 14, 14)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7" name="连接符: 曲线 336">
            <a:extLst>
              <a:ext uri="{FF2B5EF4-FFF2-40B4-BE49-F238E27FC236}">
                <a16:creationId xmlns:a16="http://schemas.microsoft.com/office/drawing/2014/main" id="{67CABBC2-8987-0567-E812-7A2D07D04E72}"/>
              </a:ext>
            </a:extLst>
          </p:cNvPr>
          <p:cNvCxnSpPr>
            <a:cxnSpLocks/>
            <a:stCxn id="329" idx="2"/>
            <a:endCxn id="335" idx="0"/>
          </p:cNvCxnSpPr>
          <p:nvPr/>
        </p:nvCxnSpPr>
        <p:spPr>
          <a:xfrm rot="5400000">
            <a:off x="7276230" y="3421137"/>
            <a:ext cx="253246" cy="7618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8" name="连接符: 曲线 337">
            <a:extLst>
              <a:ext uri="{FF2B5EF4-FFF2-40B4-BE49-F238E27FC236}">
                <a16:creationId xmlns:a16="http://schemas.microsoft.com/office/drawing/2014/main" id="{D4DF31CB-388F-AA42-6E73-ECAAA2871821}"/>
              </a:ext>
            </a:extLst>
          </p:cNvPr>
          <p:cNvCxnSpPr>
            <a:cxnSpLocks/>
            <a:stCxn id="335" idx="2"/>
            <a:endCxn id="336" idx="0"/>
          </p:cNvCxnSpPr>
          <p:nvPr/>
        </p:nvCxnSpPr>
        <p:spPr>
          <a:xfrm rot="16200000" flipH="1">
            <a:off x="7270817" y="3871161"/>
            <a:ext cx="292777" cy="36322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1" name="连接符: 曲线 340">
            <a:extLst>
              <a:ext uri="{FF2B5EF4-FFF2-40B4-BE49-F238E27FC236}">
                <a16:creationId xmlns:a16="http://schemas.microsoft.com/office/drawing/2014/main" id="{9F50257B-C7C1-BB45-2129-FBD23B1E7207}"/>
              </a:ext>
            </a:extLst>
          </p:cNvPr>
          <p:cNvCxnSpPr>
            <a:cxnSpLocks/>
            <a:stCxn id="304" idx="3"/>
            <a:endCxn id="324" idx="1"/>
          </p:cNvCxnSpPr>
          <p:nvPr/>
        </p:nvCxnSpPr>
        <p:spPr>
          <a:xfrm flipV="1">
            <a:off x="5500380" y="707279"/>
            <a:ext cx="1218655" cy="2795124"/>
          </a:xfrm>
          <a:prstGeom prst="curvedConnector3">
            <a:avLst>
              <a:gd name="adj1" fmla="val 55699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8" name="矩形: 圆角 427">
            <a:extLst>
              <a:ext uri="{FF2B5EF4-FFF2-40B4-BE49-F238E27FC236}">
                <a16:creationId xmlns:a16="http://schemas.microsoft.com/office/drawing/2014/main" id="{BC9642CC-2C99-B322-D99F-1C456B8659F0}"/>
              </a:ext>
            </a:extLst>
          </p:cNvPr>
          <p:cNvSpPr/>
          <p:nvPr/>
        </p:nvSpPr>
        <p:spPr>
          <a:xfrm>
            <a:off x="6670673" y="4557834"/>
            <a:ext cx="1441156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BTNK2: 1024, 14</a:t>
            </a:r>
          </a:p>
        </p:txBody>
      </p:sp>
      <p:sp>
        <p:nvSpPr>
          <p:cNvPr id="429" name="文本框 428">
            <a:extLst>
              <a:ext uri="{FF2B5EF4-FFF2-40B4-BE49-F238E27FC236}">
                <a16:creationId xmlns:a16="http://schemas.microsoft.com/office/drawing/2014/main" id="{5526567B-E6B9-CCAC-F5CB-609792B88098}"/>
              </a:ext>
            </a:extLst>
          </p:cNvPr>
          <p:cNvSpPr txBox="1"/>
          <p:nvPr/>
        </p:nvSpPr>
        <p:spPr>
          <a:xfrm>
            <a:off x="6974477" y="5042461"/>
            <a:ext cx="876673" cy="25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(1024, 14, 14)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0" name="连接符: 曲线 429">
            <a:extLst>
              <a:ext uri="{FF2B5EF4-FFF2-40B4-BE49-F238E27FC236}">
                <a16:creationId xmlns:a16="http://schemas.microsoft.com/office/drawing/2014/main" id="{5A93BCB7-D41D-1168-709D-70E1C8860212}"/>
              </a:ext>
            </a:extLst>
          </p:cNvPr>
          <p:cNvCxnSpPr>
            <a:cxnSpLocks/>
            <a:stCxn id="428" idx="2"/>
            <a:endCxn id="429" idx="0"/>
          </p:cNvCxnSpPr>
          <p:nvPr/>
        </p:nvCxnSpPr>
        <p:spPr>
          <a:xfrm rot="16200000" flipH="1">
            <a:off x="7255401" y="4885048"/>
            <a:ext cx="293262" cy="21563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1" name="矩形: 圆角 430">
            <a:extLst>
              <a:ext uri="{FF2B5EF4-FFF2-40B4-BE49-F238E27FC236}">
                <a16:creationId xmlns:a16="http://schemas.microsoft.com/office/drawing/2014/main" id="{42F516C4-D662-BEDB-A7A8-125CAAD77195}"/>
              </a:ext>
            </a:extLst>
          </p:cNvPr>
          <p:cNvSpPr/>
          <p:nvPr/>
        </p:nvSpPr>
        <p:spPr>
          <a:xfrm>
            <a:off x="6670673" y="5561104"/>
            <a:ext cx="1441156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BTNK2: 1024, 14</a:t>
            </a:r>
          </a:p>
        </p:txBody>
      </p:sp>
      <p:sp>
        <p:nvSpPr>
          <p:cNvPr id="432" name="文本框 431">
            <a:extLst>
              <a:ext uri="{FF2B5EF4-FFF2-40B4-BE49-F238E27FC236}">
                <a16:creationId xmlns:a16="http://schemas.microsoft.com/office/drawing/2014/main" id="{ADDA6553-CB38-1CB1-6D3E-869D6F518665}"/>
              </a:ext>
            </a:extLst>
          </p:cNvPr>
          <p:cNvSpPr txBox="1"/>
          <p:nvPr/>
        </p:nvSpPr>
        <p:spPr>
          <a:xfrm>
            <a:off x="7003181" y="6106205"/>
            <a:ext cx="876673" cy="25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(1024, 14, 14)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3" name="连接符: 曲线 432">
            <a:extLst>
              <a:ext uri="{FF2B5EF4-FFF2-40B4-BE49-F238E27FC236}">
                <a16:creationId xmlns:a16="http://schemas.microsoft.com/office/drawing/2014/main" id="{C8066C91-28E7-4E66-2617-90693763DD36}"/>
              </a:ext>
            </a:extLst>
          </p:cNvPr>
          <p:cNvCxnSpPr>
            <a:cxnSpLocks/>
            <a:stCxn id="429" idx="2"/>
            <a:endCxn id="431" idx="0"/>
          </p:cNvCxnSpPr>
          <p:nvPr/>
        </p:nvCxnSpPr>
        <p:spPr>
          <a:xfrm rot="5400000">
            <a:off x="7270330" y="5418619"/>
            <a:ext cx="263407" cy="21563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4" name="连接符: 曲线 433">
            <a:extLst>
              <a:ext uri="{FF2B5EF4-FFF2-40B4-BE49-F238E27FC236}">
                <a16:creationId xmlns:a16="http://schemas.microsoft.com/office/drawing/2014/main" id="{2A1DF357-10CF-71DB-0D49-94343E84DC33}"/>
              </a:ext>
            </a:extLst>
          </p:cNvPr>
          <p:cNvCxnSpPr>
            <a:cxnSpLocks/>
            <a:stCxn id="431" idx="2"/>
            <a:endCxn id="432" idx="0"/>
          </p:cNvCxnSpPr>
          <p:nvPr/>
        </p:nvCxnSpPr>
        <p:spPr>
          <a:xfrm rot="16200000" flipH="1">
            <a:off x="7239516" y="5904203"/>
            <a:ext cx="353736" cy="50267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5" name="连接符: 曲线 434">
            <a:extLst>
              <a:ext uri="{FF2B5EF4-FFF2-40B4-BE49-F238E27FC236}">
                <a16:creationId xmlns:a16="http://schemas.microsoft.com/office/drawing/2014/main" id="{EE6810F6-D8F7-60D7-E856-DF9C700B2FA0}"/>
              </a:ext>
            </a:extLst>
          </p:cNvPr>
          <p:cNvCxnSpPr>
            <a:cxnSpLocks/>
            <a:stCxn id="336" idx="2"/>
            <a:endCxn id="428" idx="0"/>
          </p:cNvCxnSpPr>
          <p:nvPr/>
        </p:nvCxnSpPr>
        <p:spPr>
          <a:xfrm rot="5400000">
            <a:off x="7279866" y="4402333"/>
            <a:ext cx="266887" cy="44115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0" name="矩形: 圆角 449">
            <a:extLst>
              <a:ext uri="{FF2B5EF4-FFF2-40B4-BE49-F238E27FC236}">
                <a16:creationId xmlns:a16="http://schemas.microsoft.com/office/drawing/2014/main" id="{6000F679-43F8-44A8-9FDB-05EDADA32661}"/>
              </a:ext>
            </a:extLst>
          </p:cNvPr>
          <p:cNvSpPr/>
          <p:nvPr/>
        </p:nvSpPr>
        <p:spPr>
          <a:xfrm>
            <a:off x="4197465" y="4059860"/>
            <a:ext cx="1678331" cy="2541538"/>
          </a:xfrm>
          <a:prstGeom prst="roundRect">
            <a:avLst/>
          </a:prstGeom>
          <a:noFill/>
          <a:ln w="25400">
            <a:solidFill>
              <a:srgbClr val="F6AC8D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1" name="矩形: 圆角 450">
            <a:extLst>
              <a:ext uri="{FF2B5EF4-FFF2-40B4-BE49-F238E27FC236}">
                <a16:creationId xmlns:a16="http://schemas.microsoft.com/office/drawing/2014/main" id="{281FAE88-EC0B-BEE0-9E75-028821704B07}"/>
              </a:ext>
            </a:extLst>
          </p:cNvPr>
          <p:cNvSpPr/>
          <p:nvPr/>
        </p:nvSpPr>
        <p:spPr>
          <a:xfrm>
            <a:off x="4518317" y="3943095"/>
            <a:ext cx="963344" cy="2838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4</a:t>
            </a:r>
            <a:endParaRPr lang="zh-CN" alt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2" name="矩形: 圆角 451">
            <a:extLst>
              <a:ext uri="{FF2B5EF4-FFF2-40B4-BE49-F238E27FC236}">
                <a16:creationId xmlns:a16="http://schemas.microsoft.com/office/drawing/2014/main" id="{114DA0BB-3E29-38A0-A557-145AC535AC7F}"/>
              </a:ext>
            </a:extLst>
          </p:cNvPr>
          <p:cNvSpPr/>
          <p:nvPr/>
        </p:nvSpPr>
        <p:spPr>
          <a:xfrm>
            <a:off x="4290563" y="4394531"/>
            <a:ext cx="1527678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BTNK1: 1024, 14, 512, 2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3" name="文本框 452">
            <a:extLst>
              <a:ext uri="{FF2B5EF4-FFF2-40B4-BE49-F238E27FC236}">
                <a16:creationId xmlns:a16="http://schemas.microsoft.com/office/drawing/2014/main" id="{FA1E2307-7183-F332-A0CE-0A0348C220FD}"/>
              </a:ext>
            </a:extLst>
          </p:cNvPr>
          <p:cNvSpPr txBox="1"/>
          <p:nvPr/>
        </p:nvSpPr>
        <p:spPr>
          <a:xfrm>
            <a:off x="4583452" y="4748660"/>
            <a:ext cx="876673" cy="25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(2048, 7, 7)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4" name="矩形: 圆角 453">
            <a:extLst>
              <a:ext uri="{FF2B5EF4-FFF2-40B4-BE49-F238E27FC236}">
                <a16:creationId xmlns:a16="http://schemas.microsoft.com/office/drawing/2014/main" id="{48750CBB-2AF9-667E-E2DC-8351C122F02F}"/>
              </a:ext>
            </a:extLst>
          </p:cNvPr>
          <p:cNvSpPr/>
          <p:nvPr/>
        </p:nvSpPr>
        <p:spPr>
          <a:xfrm>
            <a:off x="4286426" y="5181853"/>
            <a:ext cx="1527678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BTNK2: 2048, 7</a:t>
            </a:r>
          </a:p>
        </p:txBody>
      </p:sp>
      <p:sp>
        <p:nvSpPr>
          <p:cNvPr id="455" name="文本框 454">
            <a:extLst>
              <a:ext uri="{FF2B5EF4-FFF2-40B4-BE49-F238E27FC236}">
                <a16:creationId xmlns:a16="http://schemas.microsoft.com/office/drawing/2014/main" id="{5BC6D3AA-4186-1C34-E245-FFD3F73EAAE5}"/>
              </a:ext>
            </a:extLst>
          </p:cNvPr>
          <p:cNvSpPr txBox="1"/>
          <p:nvPr/>
        </p:nvSpPr>
        <p:spPr>
          <a:xfrm>
            <a:off x="4576642" y="5521548"/>
            <a:ext cx="876673" cy="25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(2048, 7, 7)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6" name="矩形: 圆角 455">
            <a:extLst>
              <a:ext uri="{FF2B5EF4-FFF2-40B4-BE49-F238E27FC236}">
                <a16:creationId xmlns:a16="http://schemas.microsoft.com/office/drawing/2014/main" id="{745B2208-A21A-70B2-66E8-C79F5749609A}"/>
              </a:ext>
            </a:extLst>
          </p:cNvPr>
          <p:cNvSpPr/>
          <p:nvPr/>
        </p:nvSpPr>
        <p:spPr>
          <a:xfrm>
            <a:off x="4288184" y="5930674"/>
            <a:ext cx="1526126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BTNK2: 2048, 7</a:t>
            </a:r>
          </a:p>
        </p:txBody>
      </p:sp>
      <p:sp>
        <p:nvSpPr>
          <p:cNvPr id="457" name="文本框 456">
            <a:extLst>
              <a:ext uri="{FF2B5EF4-FFF2-40B4-BE49-F238E27FC236}">
                <a16:creationId xmlns:a16="http://schemas.microsoft.com/office/drawing/2014/main" id="{2B72A71A-D8EE-6435-B28B-F9064A60BD4A}"/>
              </a:ext>
            </a:extLst>
          </p:cNvPr>
          <p:cNvSpPr txBox="1"/>
          <p:nvPr/>
        </p:nvSpPr>
        <p:spPr>
          <a:xfrm>
            <a:off x="4575331" y="6331517"/>
            <a:ext cx="876673" cy="25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(2048, 7, 7)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8" name="连接符: 曲线 457">
            <a:extLst>
              <a:ext uri="{FF2B5EF4-FFF2-40B4-BE49-F238E27FC236}">
                <a16:creationId xmlns:a16="http://schemas.microsoft.com/office/drawing/2014/main" id="{64F0AF07-D8BC-7057-80BE-0C331D3659FD}"/>
              </a:ext>
            </a:extLst>
          </p:cNvPr>
          <p:cNvCxnSpPr>
            <a:cxnSpLocks/>
            <a:stCxn id="452" idx="2"/>
            <a:endCxn id="453" idx="0"/>
          </p:cNvCxnSpPr>
          <p:nvPr/>
        </p:nvCxnSpPr>
        <p:spPr>
          <a:xfrm rot="5400000">
            <a:off x="4956714" y="4650972"/>
            <a:ext cx="162764" cy="32613"/>
          </a:xfrm>
          <a:prstGeom prst="curvedConnector3">
            <a:avLst/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9" name="连接符: 曲线 458">
            <a:extLst>
              <a:ext uri="{FF2B5EF4-FFF2-40B4-BE49-F238E27FC236}">
                <a16:creationId xmlns:a16="http://schemas.microsoft.com/office/drawing/2014/main" id="{34D59E9A-B626-01C8-243B-801AA40E2A46}"/>
              </a:ext>
            </a:extLst>
          </p:cNvPr>
          <p:cNvCxnSpPr>
            <a:cxnSpLocks/>
            <a:stCxn id="453" idx="2"/>
            <a:endCxn id="454" idx="0"/>
          </p:cNvCxnSpPr>
          <p:nvPr/>
        </p:nvCxnSpPr>
        <p:spPr>
          <a:xfrm rot="16200000" flipH="1">
            <a:off x="4947049" y="5078636"/>
            <a:ext cx="177957" cy="28476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0" name="连接符: 曲线 459">
            <a:extLst>
              <a:ext uri="{FF2B5EF4-FFF2-40B4-BE49-F238E27FC236}">
                <a16:creationId xmlns:a16="http://schemas.microsoft.com/office/drawing/2014/main" id="{AD2335A7-8B0B-89D5-CEB3-D350A39CAC50}"/>
              </a:ext>
            </a:extLst>
          </p:cNvPr>
          <p:cNvCxnSpPr>
            <a:cxnSpLocks/>
            <a:stCxn id="455" idx="2"/>
            <a:endCxn id="456" idx="0"/>
          </p:cNvCxnSpPr>
          <p:nvPr/>
        </p:nvCxnSpPr>
        <p:spPr>
          <a:xfrm rot="16200000" flipH="1">
            <a:off x="4956168" y="5835595"/>
            <a:ext cx="153890" cy="36268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1" name="连接符: 曲线 460">
            <a:extLst>
              <a:ext uri="{FF2B5EF4-FFF2-40B4-BE49-F238E27FC236}">
                <a16:creationId xmlns:a16="http://schemas.microsoft.com/office/drawing/2014/main" id="{D958FF2C-3B9A-CAE4-823F-0A2FA39C54F6}"/>
              </a:ext>
            </a:extLst>
          </p:cNvPr>
          <p:cNvCxnSpPr>
            <a:cxnSpLocks/>
            <a:stCxn id="454" idx="2"/>
            <a:endCxn id="455" idx="0"/>
          </p:cNvCxnSpPr>
          <p:nvPr/>
        </p:nvCxnSpPr>
        <p:spPr>
          <a:xfrm rot="5400000">
            <a:off x="4958457" y="5429740"/>
            <a:ext cx="148330" cy="35286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2" name="连接符: 曲线 461">
            <a:extLst>
              <a:ext uri="{FF2B5EF4-FFF2-40B4-BE49-F238E27FC236}">
                <a16:creationId xmlns:a16="http://schemas.microsoft.com/office/drawing/2014/main" id="{459EC46F-CA40-7883-2029-986C59774A91}"/>
              </a:ext>
            </a:extLst>
          </p:cNvPr>
          <p:cNvCxnSpPr>
            <a:cxnSpLocks/>
            <a:stCxn id="456" idx="2"/>
            <a:endCxn id="457" idx="0"/>
          </p:cNvCxnSpPr>
          <p:nvPr/>
        </p:nvCxnSpPr>
        <p:spPr>
          <a:xfrm rot="5400000">
            <a:off x="4927719" y="6207989"/>
            <a:ext cx="209478" cy="37579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8" name="矩形: 圆角 467">
            <a:extLst>
              <a:ext uri="{FF2B5EF4-FFF2-40B4-BE49-F238E27FC236}">
                <a16:creationId xmlns:a16="http://schemas.microsoft.com/office/drawing/2014/main" id="{989AD0C3-8CA4-6601-C8E4-148DCE9973F3}"/>
              </a:ext>
            </a:extLst>
          </p:cNvPr>
          <p:cNvSpPr/>
          <p:nvPr/>
        </p:nvSpPr>
        <p:spPr>
          <a:xfrm>
            <a:off x="8982710" y="296729"/>
            <a:ext cx="2987040" cy="2853802"/>
          </a:xfrm>
          <a:prstGeom prst="roundRect">
            <a:avLst/>
          </a:prstGeom>
          <a:noFill/>
          <a:ln w="25400">
            <a:solidFill>
              <a:srgbClr val="FFDA94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矩形: 圆角 468">
            <a:extLst>
              <a:ext uri="{FF2B5EF4-FFF2-40B4-BE49-F238E27FC236}">
                <a16:creationId xmlns:a16="http://schemas.microsoft.com/office/drawing/2014/main" id="{B376E7EF-40D6-4B6A-A7FF-FCDC8DDBAA57}"/>
              </a:ext>
            </a:extLst>
          </p:cNvPr>
          <p:cNvSpPr/>
          <p:nvPr/>
        </p:nvSpPr>
        <p:spPr>
          <a:xfrm>
            <a:off x="9473243" y="186058"/>
            <a:ext cx="2045651" cy="28290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INJECTION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0" name="矩形 469">
            <a:extLst>
              <a:ext uri="{FF2B5EF4-FFF2-40B4-BE49-F238E27FC236}">
                <a16:creationId xmlns:a16="http://schemas.microsoft.com/office/drawing/2014/main" id="{4BF59A45-C895-4395-0184-63E6AA905203}"/>
              </a:ext>
            </a:extLst>
          </p:cNvPr>
          <p:cNvSpPr/>
          <p:nvPr/>
        </p:nvSpPr>
        <p:spPr>
          <a:xfrm>
            <a:off x="9113110" y="1214015"/>
            <a:ext cx="1289882" cy="3422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CONV: 1×1, C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1" name="矩形 470">
            <a:extLst>
              <a:ext uri="{FF2B5EF4-FFF2-40B4-BE49-F238E27FC236}">
                <a16:creationId xmlns:a16="http://schemas.microsoft.com/office/drawing/2014/main" id="{87A7500D-8014-9948-E41C-8A74DFDAF8AC}"/>
              </a:ext>
            </a:extLst>
          </p:cNvPr>
          <p:cNvSpPr/>
          <p:nvPr/>
        </p:nvSpPr>
        <p:spPr>
          <a:xfrm>
            <a:off x="9113109" y="1764488"/>
            <a:ext cx="1289884" cy="3422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2" name="矩形 471">
            <a:extLst>
              <a:ext uri="{FF2B5EF4-FFF2-40B4-BE49-F238E27FC236}">
                <a16:creationId xmlns:a16="http://schemas.microsoft.com/office/drawing/2014/main" id="{A8AC7982-56A7-1D45-F9CC-C5B7D66EBBF9}"/>
              </a:ext>
            </a:extLst>
          </p:cNvPr>
          <p:cNvSpPr/>
          <p:nvPr/>
        </p:nvSpPr>
        <p:spPr>
          <a:xfrm>
            <a:off x="9113108" y="2291625"/>
            <a:ext cx="1322752" cy="3422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MULTIPLY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5" name="文本框 474">
            <a:extLst>
              <a:ext uri="{FF2B5EF4-FFF2-40B4-BE49-F238E27FC236}">
                <a16:creationId xmlns:a16="http://schemas.microsoft.com/office/drawing/2014/main" id="{A2F54275-20CD-47D3-F26D-E238B37DBC45}"/>
              </a:ext>
            </a:extLst>
          </p:cNvPr>
          <p:cNvSpPr txBox="1"/>
          <p:nvPr/>
        </p:nvSpPr>
        <p:spPr>
          <a:xfrm>
            <a:off x="10070439" y="668348"/>
            <a:ext cx="8115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(2, W, W)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6" name="文本框 475">
            <a:extLst>
              <a:ext uri="{FF2B5EF4-FFF2-40B4-BE49-F238E27FC236}">
                <a16:creationId xmlns:a16="http://schemas.microsoft.com/office/drawing/2014/main" id="{BC7298E3-2095-93C3-9A8D-8121E36CB8A1}"/>
              </a:ext>
            </a:extLst>
          </p:cNvPr>
          <p:cNvSpPr txBox="1"/>
          <p:nvPr/>
        </p:nvSpPr>
        <p:spPr>
          <a:xfrm>
            <a:off x="9831288" y="2853789"/>
            <a:ext cx="12898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(C,W,W)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7" name="矩形: 圆角 476">
            <a:extLst>
              <a:ext uri="{FF2B5EF4-FFF2-40B4-BE49-F238E27FC236}">
                <a16:creationId xmlns:a16="http://schemas.microsoft.com/office/drawing/2014/main" id="{F456363F-CB36-063D-A7CC-A3D4D401737C}"/>
              </a:ext>
            </a:extLst>
          </p:cNvPr>
          <p:cNvSpPr/>
          <p:nvPr/>
        </p:nvSpPr>
        <p:spPr>
          <a:xfrm>
            <a:off x="8981440" y="3813484"/>
            <a:ext cx="2988310" cy="2773269"/>
          </a:xfrm>
          <a:prstGeom prst="roundRect">
            <a:avLst/>
          </a:prstGeom>
          <a:noFill/>
          <a:ln w="25400">
            <a:solidFill>
              <a:srgbClr val="FFDA94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8" name="矩形: 圆角 477">
            <a:extLst>
              <a:ext uri="{FF2B5EF4-FFF2-40B4-BE49-F238E27FC236}">
                <a16:creationId xmlns:a16="http://schemas.microsoft.com/office/drawing/2014/main" id="{F19FFE6B-1E44-05FF-E538-540FACB9ABDA}"/>
              </a:ext>
            </a:extLst>
          </p:cNvPr>
          <p:cNvSpPr/>
          <p:nvPr/>
        </p:nvSpPr>
        <p:spPr>
          <a:xfrm>
            <a:off x="9733471" y="3635843"/>
            <a:ext cx="1473129" cy="321499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BTNK2: C, W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9" name="矩形 478">
            <a:extLst>
              <a:ext uri="{FF2B5EF4-FFF2-40B4-BE49-F238E27FC236}">
                <a16:creationId xmlns:a16="http://schemas.microsoft.com/office/drawing/2014/main" id="{EE1340EF-375D-08D7-F8AA-301D761F5AB1}"/>
              </a:ext>
            </a:extLst>
          </p:cNvPr>
          <p:cNvSpPr/>
          <p:nvPr/>
        </p:nvSpPr>
        <p:spPr>
          <a:xfrm>
            <a:off x="9168027" y="4590190"/>
            <a:ext cx="1363118" cy="3422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CONV: 1×1,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C/4,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/1</a:t>
            </a:r>
          </a:p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BN, RELU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0" name="矩形 479">
            <a:extLst>
              <a:ext uri="{FF2B5EF4-FFF2-40B4-BE49-F238E27FC236}">
                <a16:creationId xmlns:a16="http://schemas.microsoft.com/office/drawing/2014/main" id="{CBE5190D-FC10-CE12-6DFB-B592BA94E17C}"/>
              </a:ext>
            </a:extLst>
          </p:cNvPr>
          <p:cNvSpPr/>
          <p:nvPr/>
        </p:nvSpPr>
        <p:spPr>
          <a:xfrm>
            <a:off x="9168026" y="5140663"/>
            <a:ext cx="1363120" cy="3422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CONV: 3×3,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C/4,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/1</a:t>
            </a:r>
          </a:p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BN, RELU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1" name="矩形 480">
            <a:extLst>
              <a:ext uri="{FF2B5EF4-FFF2-40B4-BE49-F238E27FC236}">
                <a16:creationId xmlns:a16="http://schemas.microsoft.com/office/drawing/2014/main" id="{4AFC2087-3E46-E25E-208C-29EEC3AD6854}"/>
              </a:ext>
            </a:extLst>
          </p:cNvPr>
          <p:cNvSpPr/>
          <p:nvPr/>
        </p:nvSpPr>
        <p:spPr>
          <a:xfrm>
            <a:off x="9173816" y="5667800"/>
            <a:ext cx="1375950" cy="3422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CONV: 1×1,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/1</a:t>
            </a:r>
          </a:p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2" name="矩形 481">
            <a:extLst>
              <a:ext uri="{FF2B5EF4-FFF2-40B4-BE49-F238E27FC236}">
                <a16:creationId xmlns:a16="http://schemas.microsoft.com/office/drawing/2014/main" id="{1E7B9C2B-255F-8C74-40F3-660600809E20}"/>
              </a:ext>
            </a:extLst>
          </p:cNvPr>
          <p:cNvSpPr/>
          <p:nvPr/>
        </p:nvSpPr>
        <p:spPr>
          <a:xfrm>
            <a:off x="11010281" y="4949531"/>
            <a:ext cx="694381" cy="22056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+,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3" name="文本框 482">
            <a:extLst>
              <a:ext uri="{FF2B5EF4-FFF2-40B4-BE49-F238E27FC236}">
                <a16:creationId xmlns:a16="http://schemas.microsoft.com/office/drawing/2014/main" id="{541BD95E-6AF2-FEF6-D7DE-DACC4306367D}"/>
              </a:ext>
            </a:extLst>
          </p:cNvPr>
          <p:cNvSpPr txBox="1"/>
          <p:nvPr/>
        </p:nvSpPr>
        <p:spPr>
          <a:xfrm>
            <a:off x="10058193" y="4036104"/>
            <a:ext cx="8115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(C, W, W)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4" name="文本框 483">
            <a:extLst>
              <a:ext uri="{FF2B5EF4-FFF2-40B4-BE49-F238E27FC236}">
                <a16:creationId xmlns:a16="http://schemas.microsoft.com/office/drawing/2014/main" id="{F7A46389-9E59-0DFD-E873-9D16ED2B8D53}"/>
              </a:ext>
            </a:extLst>
          </p:cNvPr>
          <p:cNvSpPr txBox="1"/>
          <p:nvPr/>
        </p:nvSpPr>
        <p:spPr>
          <a:xfrm>
            <a:off x="9819042" y="6218403"/>
            <a:ext cx="12898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(C, W, W)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5" name="连接符: 曲线 484">
            <a:extLst>
              <a:ext uri="{FF2B5EF4-FFF2-40B4-BE49-F238E27FC236}">
                <a16:creationId xmlns:a16="http://schemas.microsoft.com/office/drawing/2014/main" id="{597812E8-5E68-E177-828F-B4539DEA1AD8}"/>
              </a:ext>
            </a:extLst>
          </p:cNvPr>
          <p:cNvCxnSpPr>
            <a:cxnSpLocks/>
            <a:stCxn id="470" idx="2"/>
            <a:endCxn id="471" idx="0"/>
          </p:cNvCxnSpPr>
          <p:nvPr/>
        </p:nvCxnSpPr>
        <p:spPr>
          <a:xfrm rot="5400000">
            <a:off x="9653957" y="1660393"/>
            <a:ext cx="208189" cy="12700"/>
          </a:xfrm>
          <a:prstGeom prst="curvedConnector3">
            <a:avLst/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6" name="连接符: 曲线 485">
            <a:extLst>
              <a:ext uri="{FF2B5EF4-FFF2-40B4-BE49-F238E27FC236}">
                <a16:creationId xmlns:a16="http://schemas.microsoft.com/office/drawing/2014/main" id="{0383BE55-3BF4-6AF2-D52B-17E5023FF3DA}"/>
              </a:ext>
            </a:extLst>
          </p:cNvPr>
          <p:cNvCxnSpPr>
            <a:cxnSpLocks/>
            <a:stCxn id="471" idx="2"/>
            <a:endCxn id="472" idx="0"/>
          </p:cNvCxnSpPr>
          <p:nvPr/>
        </p:nvCxnSpPr>
        <p:spPr>
          <a:xfrm rot="16200000" flipH="1">
            <a:off x="9673841" y="2190981"/>
            <a:ext cx="184853" cy="16433"/>
          </a:xfrm>
          <a:prstGeom prst="curvedConnector3">
            <a:avLst/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9" name="连接符: 曲线 488">
            <a:extLst>
              <a:ext uri="{FF2B5EF4-FFF2-40B4-BE49-F238E27FC236}">
                <a16:creationId xmlns:a16="http://schemas.microsoft.com/office/drawing/2014/main" id="{75FC8549-C2B4-51FA-5D49-A1693DB8DA3B}"/>
              </a:ext>
            </a:extLst>
          </p:cNvPr>
          <p:cNvCxnSpPr>
            <a:cxnSpLocks/>
            <a:stCxn id="475" idx="2"/>
            <a:endCxn id="470" idx="0"/>
          </p:cNvCxnSpPr>
          <p:nvPr/>
        </p:nvCxnSpPr>
        <p:spPr>
          <a:xfrm rot="5400000">
            <a:off x="9967418" y="705203"/>
            <a:ext cx="299446" cy="718179"/>
          </a:xfrm>
          <a:prstGeom prst="curvedConnector3">
            <a:avLst>
              <a:gd name="adj1" fmla="val 22855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1" name="连接符: 曲线 490">
            <a:extLst>
              <a:ext uri="{FF2B5EF4-FFF2-40B4-BE49-F238E27FC236}">
                <a16:creationId xmlns:a16="http://schemas.microsoft.com/office/drawing/2014/main" id="{0711CDF3-E5E9-5622-740D-7D0E7779F22F}"/>
              </a:ext>
            </a:extLst>
          </p:cNvPr>
          <p:cNvCxnSpPr>
            <a:cxnSpLocks/>
            <a:stCxn id="472" idx="2"/>
            <a:endCxn id="476" idx="0"/>
          </p:cNvCxnSpPr>
          <p:nvPr/>
        </p:nvCxnSpPr>
        <p:spPr>
          <a:xfrm rot="16200000" flipH="1">
            <a:off x="10015417" y="2392976"/>
            <a:ext cx="219880" cy="701746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2" name="连接符: 曲线 491">
            <a:extLst>
              <a:ext uri="{FF2B5EF4-FFF2-40B4-BE49-F238E27FC236}">
                <a16:creationId xmlns:a16="http://schemas.microsoft.com/office/drawing/2014/main" id="{8C696431-2D8E-49D2-15AA-1D4B1C5BB284}"/>
              </a:ext>
            </a:extLst>
          </p:cNvPr>
          <p:cNvCxnSpPr>
            <a:cxnSpLocks/>
            <a:stCxn id="479" idx="2"/>
            <a:endCxn id="480" idx="0"/>
          </p:cNvCxnSpPr>
          <p:nvPr/>
        </p:nvCxnSpPr>
        <p:spPr>
          <a:xfrm rot="5400000">
            <a:off x="9745492" y="5036568"/>
            <a:ext cx="208189" cy="12700"/>
          </a:xfrm>
          <a:prstGeom prst="curvedConnector3">
            <a:avLst/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3" name="连接符: 曲线 492">
            <a:extLst>
              <a:ext uri="{FF2B5EF4-FFF2-40B4-BE49-F238E27FC236}">
                <a16:creationId xmlns:a16="http://schemas.microsoft.com/office/drawing/2014/main" id="{AC1BF9E5-0737-EA6C-7210-B89E0C26980C}"/>
              </a:ext>
            </a:extLst>
          </p:cNvPr>
          <p:cNvCxnSpPr>
            <a:cxnSpLocks/>
            <a:stCxn id="480" idx="2"/>
            <a:endCxn id="481" idx="0"/>
          </p:cNvCxnSpPr>
          <p:nvPr/>
        </p:nvCxnSpPr>
        <p:spPr>
          <a:xfrm rot="16200000" flipH="1">
            <a:off x="9763262" y="5569270"/>
            <a:ext cx="184853" cy="12205"/>
          </a:xfrm>
          <a:prstGeom prst="curvedConnector3">
            <a:avLst/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4" name="连接符: 曲线 493">
            <a:extLst>
              <a:ext uri="{FF2B5EF4-FFF2-40B4-BE49-F238E27FC236}">
                <a16:creationId xmlns:a16="http://schemas.microsoft.com/office/drawing/2014/main" id="{2EDAD1C7-EDE9-AB68-F1B4-C475DAFEA007}"/>
              </a:ext>
            </a:extLst>
          </p:cNvPr>
          <p:cNvCxnSpPr>
            <a:cxnSpLocks/>
            <a:stCxn id="481" idx="3"/>
            <a:endCxn id="482" idx="1"/>
          </p:cNvCxnSpPr>
          <p:nvPr/>
        </p:nvCxnSpPr>
        <p:spPr>
          <a:xfrm flipV="1">
            <a:off x="10549766" y="5059813"/>
            <a:ext cx="460515" cy="779129"/>
          </a:xfrm>
          <a:prstGeom prst="curvedConnector3">
            <a:avLst>
              <a:gd name="adj1" fmla="val 36763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5" name="连接符: 曲线 494">
            <a:extLst>
              <a:ext uri="{FF2B5EF4-FFF2-40B4-BE49-F238E27FC236}">
                <a16:creationId xmlns:a16="http://schemas.microsoft.com/office/drawing/2014/main" id="{10368BEC-8BDE-BF12-EA97-5716D9FAF004}"/>
              </a:ext>
            </a:extLst>
          </p:cNvPr>
          <p:cNvCxnSpPr>
            <a:cxnSpLocks/>
            <a:stCxn id="483" idx="2"/>
            <a:endCxn id="479" idx="0"/>
          </p:cNvCxnSpPr>
          <p:nvPr/>
        </p:nvCxnSpPr>
        <p:spPr>
          <a:xfrm rot="5400000">
            <a:off x="10002853" y="4129058"/>
            <a:ext cx="307865" cy="614398"/>
          </a:xfrm>
          <a:prstGeom prst="curvedConnector3">
            <a:avLst/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6" name="连接符: 曲线 495">
            <a:extLst>
              <a:ext uri="{FF2B5EF4-FFF2-40B4-BE49-F238E27FC236}">
                <a16:creationId xmlns:a16="http://schemas.microsoft.com/office/drawing/2014/main" id="{E0F61118-D56F-4635-16A9-13FEDC21EFE1}"/>
              </a:ext>
            </a:extLst>
          </p:cNvPr>
          <p:cNvCxnSpPr>
            <a:cxnSpLocks/>
            <a:stCxn id="483" idx="2"/>
            <a:endCxn id="482" idx="0"/>
          </p:cNvCxnSpPr>
          <p:nvPr/>
        </p:nvCxnSpPr>
        <p:spPr>
          <a:xfrm rot="16200000" flipH="1">
            <a:off x="10577125" y="4169184"/>
            <a:ext cx="667206" cy="893488"/>
          </a:xfrm>
          <a:prstGeom prst="curvedConnector3">
            <a:avLst>
              <a:gd name="adj1" fmla="val 24113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7" name="连接符: 曲线 496">
            <a:extLst>
              <a:ext uri="{FF2B5EF4-FFF2-40B4-BE49-F238E27FC236}">
                <a16:creationId xmlns:a16="http://schemas.microsoft.com/office/drawing/2014/main" id="{C6E771BA-6998-6111-D823-C5DFF32210E2}"/>
              </a:ext>
            </a:extLst>
          </p:cNvPr>
          <p:cNvCxnSpPr>
            <a:cxnSpLocks/>
            <a:stCxn id="482" idx="2"/>
            <a:endCxn id="484" idx="0"/>
          </p:cNvCxnSpPr>
          <p:nvPr/>
        </p:nvCxnSpPr>
        <p:spPr>
          <a:xfrm rot="5400000">
            <a:off x="10386574" y="5247504"/>
            <a:ext cx="1048309" cy="893488"/>
          </a:xfrm>
          <a:prstGeom prst="curvedConnector3">
            <a:avLst>
              <a:gd name="adj1" fmla="val 88767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8" name="连接符: 曲线 507">
            <a:extLst>
              <a:ext uri="{FF2B5EF4-FFF2-40B4-BE49-F238E27FC236}">
                <a16:creationId xmlns:a16="http://schemas.microsoft.com/office/drawing/2014/main" id="{A84A6B48-58D3-501F-B097-C93A1B6791DE}"/>
              </a:ext>
            </a:extLst>
          </p:cNvPr>
          <p:cNvCxnSpPr>
            <a:cxnSpLocks/>
            <a:stCxn id="432" idx="1"/>
            <a:endCxn id="452" idx="3"/>
          </p:cNvCxnSpPr>
          <p:nvPr/>
        </p:nvCxnSpPr>
        <p:spPr>
          <a:xfrm rot="10800000">
            <a:off x="5818241" y="4490215"/>
            <a:ext cx="1184940" cy="1743609"/>
          </a:xfrm>
          <a:prstGeom prst="curvedConnector3">
            <a:avLst>
              <a:gd name="adj1" fmla="val 69536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6" name="直接连接符 525">
            <a:extLst>
              <a:ext uri="{FF2B5EF4-FFF2-40B4-BE49-F238E27FC236}">
                <a16:creationId xmlns:a16="http://schemas.microsoft.com/office/drawing/2014/main" id="{ED417792-7DCC-7261-E25E-BDE18D0EAB5E}"/>
              </a:ext>
            </a:extLst>
          </p:cNvPr>
          <p:cNvCxnSpPr/>
          <p:nvPr/>
        </p:nvCxnSpPr>
        <p:spPr>
          <a:xfrm>
            <a:off x="8612850" y="0"/>
            <a:ext cx="0" cy="6858000"/>
          </a:xfrm>
          <a:prstGeom prst="line">
            <a:avLst/>
          </a:prstGeom>
          <a:ln w="63500">
            <a:solidFill>
              <a:schemeClr val="tx1"/>
            </a:solidFill>
            <a:prstDash val="soli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1818CCEE-9656-3A15-9BC1-1E5F7619587E}"/>
              </a:ext>
            </a:extLst>
          </p:cNvPr>
          <p:cNvSpPr txBox="1"/>
          <p:nvPr/>
        </p:nvSpPr>
        <p:spPr>
          <a:xfrm>
            <a:off x="10965020" y="2347387"/>
            <a:ext cx="8115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(C,W,W)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连接符: 曲线 4">
            <a:extLst>
              <a:ext uri="{FF2B5EF4-FFF2-40B4-BE49-F238E27FC236}">
                <a16:creationId xmlns:a16="http://schemas.microsoft.com/office/drawing/2014/main" id="{5BE96424-65E4-C7BC-AF88-F9FCEB5F99D1}"/>
              </a:ext>
            </a:extLst>
          </p:cNvPr>
          <p:cNvCxnSpPr>
            <a:cxnSpLocks/>
            <a:stCxn id="4" idx="1"/>
            <a:endCxn id="472" idx="3"/>
          </p:cNvCxnSpPr>
          <p:nvPr/>
        </p:nvCxnSpPr>
        <p:spPr>
          <a:xfrm rot="10800000">
            <a:off x="10435860" y="2462768"/>
            <a:ext cx="529160" cy="7731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7200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F59BA-BD9B-6153-71D8-E06994CD8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E9F26FE-6C74-D66C-C3E5-DEFE93F70050}"/>
              </a:ext>
            </a:extLst>
          </p:cNvPr>
          <p:cNvSpPr/>
          <p:nvPr/>
        </p:nvSpPr>
        <p:spPr>
          <a:xfrm>
            <a:off x="334963" y="1"/>
            <a:ext cx="895768" cy="1132114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330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5D50E3F-3879-9DD3-EC89-ACB5DFF18B5D}"/>
              </a:ext>
            </a:extLst>
          </p:cNvPr>
          <p:cNvSpPr txBox="1"/>
          <p:nvPr/>
        </p:nvSpPr>
        <p:spPr>
          <a:xfrm>
            <a:off x="294551" y="284064"/>
            <a:ext cx="97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02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945B881-D7DD-3B3B-C8C6-42E3EA00E6F8}"/>
              </a:ext>
            </a:extLst>
          </p:cNvPr>
          <p:cNvSpPr txBox="1"/>
          <p:nvPr/>
        </p:nvSpPr>
        <p:spPr>
          <a:xfrm>
            <a:off x="1388075" y="212563"/>
            <a:ext cx="36336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04BA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效果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163BC22-12DA-A8FF-7431-1FE04BE9B302}"/>
              </a:ext>
            </a:extLst>
          </p:cNvPr>
          <p:cNvGrpSpPr/>
          <p:nvPr/>
        </p:nvGrpSpPr>
        <p:grpSpPr>
          <a:xfrm>
            <a:off x="9796257" y="238208"/>
            <a:ext cx="1964493" cy="708062"/>
            <a:chOff x="4246274" y="-10895"/>
            <a:chExt cx="3940182" cy="1420161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EF5308C9-7FF3-FEFF-E130-F509343B2999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8A886638-2B5D-9773-061C-B8E8B62580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C59F2B78-21FE-B868-0852-CBFF5039DB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BE17D1EF-9AC1-4C44-8377-86342974E386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FUDAN UNIVERSITY</a:t>
              </a:r>
            </a:p>
          </p:txBody>
        </p: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FFA8CC7C-737A-C84C-029F-086F223A16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4531" y="6390655"/>
            <a:ext cx="2744391" cy="366562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C294755D-A5A5-8A12-AFBB-7D87958AA0B9}"/>
              </a:ext>
            </a:extLst>
          </p:cNvPr>
          <p:cNvSpPr txBox="1"/>
          <p:nvPr/>
        </p:nvSpPr>
        <p:spPr>
          <a:xfrm>
            <a:off x="13785941" y="6372010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JUNE 12</a:t>
            </a:r>
            <a:r>
              <a:rPr kumimoji="0" lang="en-US" altLang="zh-CN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1800" b="1" i="0" u="none" strike="noStrike" kern="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Rectangle 15">
            <a:extLst>
              <a:ext uri="{FF2B5EF4-FFF2-40B4-BE49-F238E27FC236}">
                <a16:creationId xmlns:a16="http://schemas.microsoft.com/office/drawing/2014/main" id="{4FB238DE-CD59-E9E6-0045-87C53A90E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01" y="2373329"/>
            <a:ext cx="444500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200" dirty="0">
                <a:solidFill>
                  <a:srgbClr val="FFFFFF"/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rPr>
              <a:t>1</a:t>
            </a:r>
            <a:endParaRPr lang="zh-CN" altLang="en-US" dirty="0">
              <a:solidFill>
                <a:srgbClr val="FFFFFF"/>
              </a:solidFill>
              <a:latin typeface="Microsoft JhengHei UI" panose="020B0604030504040204" pitchFamily="34" charset="-120"/>
              <a:ea typeface="微软雅黑" panose="020B0503020204020204" pitchFamily="34" charset="-122"/>
              <a:sym typeface="Microsoft JhengHei UI" panose="020B0604030504040204" pitchFamily="34" charset="-120"/>
            </a:endParaRPr>
          </a:p>
        </p:txBody>
      </p:sp>
      <p:sp>
        <p:nvSpPr>
          <p:cNvPr id="46" name="Rectangle 15">
            <a:extLst>
              <a:ext uri="{FF2B5EF4-FFF2-40B4-BE49-F238E27FC236}">
                <a16:creationId xmlns:a16="http://schemas.microsoft.com/office/drawing/2014/main" id="{4A451E2B-82D8-DF09-574D-3DBDC2C68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746" y="2584857"/>
            <a:ext cx="444500" cy="408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200" dirty="0">
                <a:solidFill>
                  <a:srgbClr val="FFFFFF"/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rPr>
              <a:t>3</a:t>
            </a:r>
            <a:endParaRPr lang="zh-CN" altLang="en-US" dirty="0">
              <a:solidFill>
                <a:srgbClr val="FFFFFF"/>
              </a:solidFill>
              <a:latin typeface="Microsoft JhengHei UI" panose="020B0604030504040204" pitchFamily="34" charset="-120"/>
              <a:ea typeface="微软雅黑" panose="020B0503020204020204" pitchFamily="34" charset="-122"/>
              <a:sym typeface="Microsoft JhengHei UI" panose="020B0604030504040204" pitchFamily="34" charset="-12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A2509F-9C87-2ED7-D9D3-1EF3FE6CD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0613" y="2630218"/>
            <a:ext cx="444500" cy="408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200" dirty="0">
                <a:solidFill>
                  <a:srgbClr val="FFFFFF"/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rPr>
              <a:t>3</a:t>
            </a:r>
            <a:endParaRPr lang="zh-CN" altLang="en-US" dirty="0">
              <a:solidFill>
                <a:srgbClr val="FFFFFF"/>
              </a:solidFill>
              <a:latin typeface="Microsoft JhengHei UI" panose="020B0604030504040204" pitchFamily="34" charset="-120"/>
              <a:ea typeface="微软雅黑" panose="020B0503020204020204" pitchFamily="34" charset="-122"/>
              <a:sym typeface="Microsoft JhengHei UI" panose="020B0604030504040204" pitchFamily="34" charset="-120"/>
            </a:endParaRPr>
          </a:p>
        </p:txBody>
      </p:sp>
      <p:sp>
        <p:nvSpPr>
          <p:cNvPr id="54" name="Rectangle 15">
            <a:extLst>
              <a:ext uri="{FF2B5EF4-FFF2-40B4-BE49-F238E27FC236}">
                <a16:creationId xmlns:a16="http://schemas.microsoft.com/office/drawing/2014/main" id="{DFB01381-32D8-3D61-7D56-31433B144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79942" y="2676658"/>
            <a:ext cx="444500" cy="408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200" dirty="0">
                <a:solidFill>
                  <a:srgbClr val="FFFFFF"/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rPr>
              <a:t>3</a:t>
            </a:r>
            <a:endParaRPr lang="zh-CN" altLang="en-US" dirty="0">
              <a:solidFill>
                <a:srgbClr val="FFFFFF"/>
              </a:solidFill>
              <a:latin typeface="Microsoft JhengHei UI" panose="020B0604030504040204" pitchFamily="34" charset="-120"/>
              <a:ea typeface="微软雅黑" panose="020B0503020204020204" pitchFamily="34" charset="-122"/>
              <a:sym typeface="Microsoft JhengHei UI" panose="020B0604030504040204" pitchFamily="34" charset="-12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1953D84-A900-3C8D-607F-33AD1C5CAF2B}"/>
              </a:ext>
            </a:extLst>
          </p:cNvPr>
          <p:cNvSpPr txBox="1"/>
          <p:nvPr/>
        </p:nvSpPr>
        <p:spPr>
          <a:xfrm>
            <a:off x="374072" y="3300921"/>
            <a:ext cx="8417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加入骨架后：</a:t>
            </a:r>
            <a:r>
              <a:rPr lang="en-US" altLang="zh-CN" b="1" dirty="0"/>
              <a:t>recall 81</a:t>
            </a:r>
            <a:r>
              <a:rPr lang="zh-CN" altLang="en-US" b="1" dirty="0"/>
              <a:t>，</a:t>
            </a:r>
            <a:r>
              <a:rPr lang="en-US" altLang="zh-CN" b="1" dirty="0"/>
              <a:t>acc 73</a:t>
            </a:r>
            <a:r>
              <a:rPr lang="zh-CN" altLang="en-US" b="1" dirty="0"/>
              <a:t>左右</a:t>
            </a:r>
            <a:endParaRPr lang="en-US" altLang="zh-CN" b="1" dirty="0"/>
          </a:p>
          <a:p>
            <a:r>
              <a:rPr lang="zh-CN" altLang="en-US" dirty="0"/>
              <a:t>没有带来明显的效果提升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ED4EC87-B992-8E62-BB96-01ADB7298F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072" y="1152803"/>
            <a:ext cx="10706793" cy="2057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204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1FBF3-45F4-0769-0F48-2602A6BF6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91896866-B372-42AD-3821-097677CCC7D9}"/>
              </a:ext>
            </a:extLst>
          </p:cNvPr>
          <p:cNvSpPr/>
          <p:nvPr/>
        </p:nvSpPr>
        <p:spPr>
          <a:xfrm>
            <a:off x="334963" y="1"/>
            <a:ext cx="895768" cy="1132114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330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E3DA686-1493-01D1-7B88-258033211B5B}"/>
              </a:ext>
            </a:extLst>
          </p:cNvPr>
          <p:cNvSpPr txBox="1"/>
          <p:nvPr/>
        </p:nvSpPr>
        <p:spPr>
          <a:xfrm>
            <a:off x="294551" y="284064"/>
            <a:ext cx="97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lang="en-US" altLang="zh-CN" sz="3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E1CB559-8BD2-4401-989D-C72B7430E6B3}"/>
              </a:ext>
            </a:extLst>
          </p:cNvPr>
          <p:cNvSpPr txBox="1"/>
          <p:nvPr/>
        </p:nvSpPr>
        <p:spPr>
          <a:xfrm>
            <a:off x="1388075" y="212563"/>
            <a:ext cx="39029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104B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问题分析与改进方案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104BA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533A894-09B7-5800-C1BE-817D5DCAD1C0}"/>
              </a:ext>
            </a:extLst>
          </p:cNvPr>
          <p:cNvGrpSpPr/>
          <p:nvPr/>
        </p:nvGrpSpPr>
        <p:grpSpPr>
          <a:xfrm>
            <a:off x="9796257" y="238208"/>
            <a:ext cx="1964493" cy="708062"/>
            <a:chOff x="4246274" y="-10895"/>
            <a:chExt cx="3940182" cy="1420161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6ECD3FF3-1825-75BC-D09A-1E4CCAD80402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B835F3D2-4045-B2DD-346C-C65AB1884B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3CB3535A-6AD7-E074-FEEF-8F1C197E02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CC83E9E8-D074-9E69-7A77-0B16B344CD6B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FUDAN UNIVERSITY</a:t>
              </a:r>
            </a:p>
          </p:txBody>
        </p: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34288045-6C77-9BAB-A140-DA1DEEC75B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4531" y="6390655"/>
            <a:ext cx="2744391" cy="366562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08E1086C-D47A-08EC-1D07-8D460FD2B70E}"/>
              </a:ext>
            </a:extLst>
          </p:cNvPr>
          <p:cNvSpPr txBox="1"/>
          <p:nvPr/>
        </p:nvSpPr>
        <p:spPr>
          <a:xfrm>
            <a:off x="13785941" y="6372010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JUNE 12</a:t>
            </a:r>
            <a:r>
              <a:rPr kumimoji="0" lang="en-US" altLang="zh-CN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1800" b="1" i="0" u="none" strike="noStrike" kern="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Rectangle 15">
            <a:extLst>
              <a:ext uri="{FF2B5EF4-FFF2-40B4-BE49-F238E27FC236}">
                <a16:creationId xmlns:a16="http://schemas.microsoft.com/office/drawing/2014/main" id="{1DB3517B-E255-3DE7-4E16-E6A3F6D83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01" y="2373329"/>
            <a:ext cx="444500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200" dirty="0">
                <a:solidFill>
                  <a:srgbClr val="FFFFFF"/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rPr>
              <a:t>1</a:t>
            </a:r>
            <a:endParaRPr lang="zh-CN" altLang="en-US" dirty="0">
              <a:solidFill>
                <a:srgbClr val="FFFFFF"/>
              </a:solidFill>
              <a:latin typeface="Microsoft JhengHei UI" panose="020B0604030504040204" pitchFamily="34" charset="-120"/>
              <a:ea typeface="微软雅黑" panose="020B0503020204020204" pitchFamily="34" charset="-122"/>
              <a:sym typeface="Microsoft JhengHei UI" panose="020B0604030504040204" pitchFamily="34" charset="-120"/>
            </a:endParaRPr>
          </a:p>
        </p:txBody>
      </p:sp>
      <p:sp>
        <p:nvSpPr>
          <p:cNvPr id="46" name="Rectangle 15">
            <a:extLst>
              <a:ext uri="{FF2B5EF4-FFF2-40B4-BE49-F238E27FC236}">
                <a16:creationId xmlns:a16="http://schemas.microsoft.com/office/drawing/2014/main" id="{CCA7C7D4-FEC4-36D6-36E8-215B8B633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746" y="2584857"/>
            <a:ext cx="444500" cy="408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200" dirty="0">
                <a:solidFill>
                  <a:srgbClr val="FFFFFF"/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rPr>
              <a:t>3</a:t>
            </a:r>
            <a:endParaRPr lang="zh-CN" altLang="en-US" dirty="0">
              <a:solidFill>
                <a:srgbClr val="FFFFFF"/>
              </a:solidFill>
              <a:latin typeface="Microsoft JhengHei UI" panose="020B0604030504040204" pitchFamily="34" charset="-120"/>
              <a:ea typeface="微软雅黑" panose="020B0503020204020204" pitchFamily="34" charset="-122"/>
              <a:sym typeface="Microsoft JhengHei UI" panose="020B0604030504040204" pitchFamily="34" charset="-12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F4786E-BB85-4478-F5FF-70344C07E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0613" y="2630218"/>
            <a:ext cx="444500" cy="408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200" dirty="0">
                <a:solidFill>
                  <a:srgbClr val="FFFFFF"/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rPr>
              <a:t>3</a:t>
            </a:r>
            <a:endParaRPr lang="zh-CN" altLang="en-US" dirty="0">
              <a:solidFill>
                <a:srgbClr val="FFFFFF"/>
              </a:solidFill>
              <a:latin typeface="Microsoft JhengHei UI" panose="020B0604030504040204" pitchFamily="34" charset="-120"/>
              <a:ea typeface="微软雅黑" panose="020B0503020204020204" pitchFamily="34" charset="-122"/>
              <a:sym typeface="Microsoft JhengHei UI" panose="020B0604030504040204" pitchFamily="34" charset="-120"/>
            </a:endParaRPr>
          </a:p>
        </p:txBody>
      </p:sp>
      <p:sp>
        <p:nvSpPr>
          <p:cNvPr id="54" name="Rectangle 15">
            <a:extLst>
              <a:ext uri="{FF2B5EF4-FFF2-40B4-BE49-F238E27FC236}">
                <a16:creationId xmlns:a16="http://schemas.microsoft.com/office/drawing/2014/main" id="{8EE90178-E395-7B6A-94E0-31B126875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79942" y="2676658"/>
            <a:ext cx="444500" cy="408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200" dirty="0">
                <a:solidFill>
                  <a:srgbClr val="FFFFFF"/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rPr>
              <a:t>3</a:t>
            </a:r>
            <a:endParaRPr lang="zh-CN" altLang="en-US" dirty="0">
              <a:solidFill>
                <a:srgbClr val="FFFFFF"/>
              </a:solidFill>
              <a:latin typeface="Microsoft JhengHei UI" panose="020B0604030504040204" pitchFamily="34" charset="-120"/>
              <a:ea typeface="微软雅黑" panose="020B0503020204020204" pitchFamily="34" charset="-122"/>
              <a:sym typeface="Microsoft JhengHei UI" panose="020B0604030504040204" pitchFamily="34" charset="-120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B675D186-732B-A7CE-5FF2-0693BF0126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3948" y="1478406"/>
            <a:ext cx="3549535" cy="3549535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E21FF35C-80D9-B825-0D5C-E46F3CA2B6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551" y="1478406"/>
            <a:ext cx="3549535" cy="3549535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C4E0F25C-5CE2-F166-D5DB-BDD1806EA6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3345" y="1478406"/>
            <a:ext cx="3549535" cy="3549535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037FF8A0-CAC6-8297-F826-63F4907E3EFC}"/>
              </a:ext>
            </a:extLst>
          </p:cNvPr>
          <p:cNvSpPr txBox="1"/>
          <p:nvPr/>
        </p:nvSpPr>
        <p:spPr>
          <a:xfrm>
            <a:off x="1230731" y="5313567"/>
            <a:ext cx="86946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问题：骨架生成质量差；目前没有对图片中的人物做分割。在多人物场景下无法工作。</a:t>
            </a:r>
            <a:endParaRPr lang="en-US" altLang="zh-CN" dirty="0"/>
          </a:p>
          <a:p>
            <a:r>
              <a:rPr lang="zh-CN" altLang="en-US" dirty="0"/>
              <a:t>而多人物图片是出现异常的主要场景。</a:t>
            </a:r>
            <a:endParaRPr lang="en-US" altLang="zh-CN" dirty="0"/>
          </a:p>
          <a:p>
            <a:r>
              <a:rPr lang="zh-CN" altLang="en-US" dirty="0"/>
              <a:t>改进措施：使用更好的人物在人物姿态估计前引入人物分割模型。</a:t>
            </a:r>
          </a:p>
        </p:txBody>
      </p:sp>
    </p:spTree>
    <p:extLst>
      <p:ext uri="{BB962C8B-B14F-4D97-AF65-F5344CB8AC3E}">
        <p14:creationId xmlns:p14="http://schemas.microsoft.com/office/powerpoint/2010/main" val="41774759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94291;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9E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4052</TotalTime>
  <Words>548</Words>
  <Application>Microsoft Office PowerPoint</Application>
  <PresentationFormat>宽屏</PresentationFormat>
  <Paragraphs>130</Paragraphs>
  <Slides>7</Slides>
  <Notes>4</Notes>
  <HiddenSlides>1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Microsoft JhengHei UI</vt:lpstr>
      <vt:lpstr>等线</vt:lpstr>
      <vt:lpstr>等线 Light</vt:lpstr>
      <vt:lpstr>思源黑体 CN Light</vt:lpstr>
      <vt:lpstr>微软雅黑</vt:lpstr>
      <vt:lpstr>Arial</vt:lpstr>
      <vt:lpstr>Calibri</vt:lpstr>
      <vt:lpstr>Times New Roman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Tarjan Liu</cp:lastModifiedBy>
  <cp:revision>450</cp:revision>
  <dcterms:created xsi:type="dcterms:W3CDTF">2020-11-21T03:02:13Z</dcterms:created>
  <dcterms:modified xsi:type="dcterms:W3CDTF">2026-01-05T06:40:22Z</dcterms:modified>
</cp:coreProperties>
</file>